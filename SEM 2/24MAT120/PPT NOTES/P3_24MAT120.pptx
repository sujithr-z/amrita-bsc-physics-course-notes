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25"/>
    <p:restoredTop sz="94752"/>
  </p:normalViewPr>
  <p:slideViewPr>
    <p:cSldViewPr snapToGrid="0">
      <p:cViewPr varScale="1">
        <p:scale>
          <a:sx n="99" d="100"/>
          <a:sy n="99" d="100"/>
        </p:scale>
        <p:origin x="848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E3089-A365-C1B4-585E-AFC3D1DB14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CD909-E0B6-3AB6-D3B3-1BF517911D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8BFF9-A615-7293-BAFF-CA2F7EBDF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FE69-37A8-6E4F-856B-044E0472130C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91E63-3EBA-CB71-6D79-C7B5E05D8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5BC00-6BCE-6908-C24F-80A349735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45944-580C-434A-AE78-25FCFC9EE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854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BAE7F-3077-FA28-1FD3-0D81D7915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D1355-D4A8-A20E-F4E1-16911FEFF9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EAA30D-A60B-D9CA-4C7A-A3547058C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FE69-37A8-6E4F-856B-044E0472130C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AE85C7-F9C1-3AAE-3A20-7F38107DD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5AE6D-B3BE-A72E-0E44-8107EDD6C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45944-580C-434A-AE78-25FCFC9EE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467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63CC2-342D-E9BE-AE9D-DF4C39D11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3E214-9F68-9720-2637-4B41A5ADE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8DBFC-D846-9945-F479-E4CE06A3F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FE69-37A8-6E4F-856B-044E0472130C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C9078-5832-37AC-E6CC-FAE0AC67F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BF3A9-9080-16E9-2DE5-64CA76CB9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45944-580C-434A-AE78-25FCFC9EE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7576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D417C-BF8B-6C8B-C3F2-22B5F2FC1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E24D0-3E8D-6D27-8B9B-6E2A75EAAD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4A3D29-2F54-355E-A2FA-8CA8E3CEDF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DCB33F-C3EB-3E4A-79D1-540A4B1AD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FE69-37A8-6E4F-856B-044E0472130C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DE8BC0-2CC0-FCAB-46D1-8FA721BFE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A6EA6-19E6-EE65-950E-09A5389DD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45944-580C-434A-AE78-25FCFC9EE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243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4C44E-B5DE-1935-05F8-2BEED5567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019A3-EC53-654C-3749-31E7E9D43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CB85DE-DC0C-6F23-35CE-94825CF7D0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8477DB-33A1-DD90-27F9-388A71F528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970E6-5158-8A8E-55D5-01113D5037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C00C95E-A78C-6D47-D4EC-F530D59F6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FE69-37A8-6E4F-856B-044E0472130C}" type="datetimeFigureOut">
              <a:rPr lang="en-US" smtClean="0"/>
              <a:t>2/6/26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A53B27-F249-735D-385D-E6A894829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33F2D0-F589-CE0B-241D-E9A075C7F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45944-580C-434A-AE78-25FCFC9EE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100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C3C0F-2A0D-B49D-31B7-D71CC1988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D1D1B6-8A30-0791-0910-A392F4A76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FE69-37A8-6E4F-856B-044E0472130C}" type="datetimeFigureOut">
              <a:rPr lang="en-US" smtClean="0"/>
              <a:t>2/6/26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E486E5-E8B4-8988-FD21-914AFBAA5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9B9269-1CA9-F9CC-4880-F365DF243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45944-580C-434A-AE78-25FCFC9EE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608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B2F991-69FC-A332-6AFA-B00A72DFD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FE69-37A8-6E4F-856B-044E0472130C}" type="datetimeFigureOut">
              <a:rPr lang="en-US" smtClean="0"/>
              <a:t>2/6/26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5929B7-D487-9C5C-9D1F-9B13C6D46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33806-4B51-2F6F-039A-91B3B434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45944-580C-434A-AE78-25FCFC9EE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027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3F20B-20B3-5411-8731-FE0862A03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3435E-D313-F810-6BDF-A2F294360E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0DAB12-9BD7-DB41-45A3-373E93FE7B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452779-18E6-C681-E9A4-E50D1EB2F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FE69-37A8-6E4F-856B-044E0472130C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E86358-9271-6029-6F40-87D41F284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19828-38A0-2CDB-BD1D-B0E36F064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45944-580C-434A-AE78-25FCFC9EE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993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E98DB-04B1-4626-CD71-E9BA9BC4D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7CF611-60C7-F54E-3425-36746E98C8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763EA0-EB18-35CC-233A-055EFCF21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08F299-4EE6-F1A6-FC5F-88ACF5769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FE69-37A8-6E4F-856B-044E0472130C}" type="datetimeFigureOut">
              <a:rPr lang="en-US" smtClean="0"/>
              <a:t>2/6/26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26CAB9-CC8E-C666-F272-537BCBBF8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8AF1C3-80C3-6505-8D71-8FA25709A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45944-580C-434A-AE78-25FCFC9EE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548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5977E-CB89-648E-1F00-5FB9CB1CA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545F9C-2511-53C4-2C47-70DFD5B4F0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DA534-58FB-62A4-F07E-C5B90593F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FE69-37A8-6E4F-856B-044E0472130C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6EE7F-82A9-2288-8C9E-0151C44CE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6CC819-F412-D768-72A4-96165BCC6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45944-580C-434A-AE78-25FCFC9EE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045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D262B3-36E8-25CE-0351-14511F9165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75C7BE-5783-20C7-792B-DDB82C444F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F3D84-EC2D-9AAC-08A8-5AA6C1B1D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FE69-37A8-6E4F-856B-044E0472130C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14A8B-C269-251C-4C96-70A443C18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2715E-4C8B-13FC-EFAD-72BC66745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945944-580C-434A-AE78-25FCFC9EE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055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560C5F-282C-66FF-5D2E-E9FE796A1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F81406-10DF-4A02-4757-0E3FEB3C79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04070-5D3C-D251-FED4-7FF7881CCF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B2FE69-37A8-6E4F-856B-044E0472130C}" type="datetimeFigureOut">
              <a:rPr lang="en-US" smtClean="0"/>
              <a:t>2/6/26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9B4A1-8533-2A48-A7F8-E4A6316A8A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E8284-A4C2-5FE9-6CE9-017A9231B9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945944-580C-434A-AE78-25FCFC9EE0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694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D60A5-C60E-BB2F-94D9-63510AFE83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24MAT120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AA727A-6EB3-FBD0-7B58-486D03738F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S2 P/M</a:t>
            </a:r>
          </a:p>
        </p:txBody>
      </p:sp>
    </p:spTree>
    <p:extLst>
      <p:ext uri="{BB962C8B-B14F-4D97-AF65-F5344CB8AC3E}">
        <p14:creationId xmlns:p14="http://schemas.microsoft.com/office/powerpoint/2010/main" val="2270898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function&#10;&#10;AI-generated content may be incorrect.">
            <a:extLst>
              <a:ext uri="{FF2B5EF4-FFF2-40B4-BE49-F238E27FC236}">
                <a16:creationId xmlns:a16="http://schemas.microsoft.com/office/drawing/2014/main" id="{480553EC-892D-0FF7-15AA-B92388185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2561" y="643466"/>
            <a:ext cx="4066877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736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th formula with a square and square formula&#10;&#10;AI-generated content may be incorrect.">
            <a:extLst>
              <a:ext uri="{FF2B5EF4-FFF2-40B4-BE49-F238E27FC236}">
                <a16:creationId xmlns:a16="http://schemas.microsoft.com/office/drawing/2014/main" id="{E70B0629-10BC-C13C-642E-B33542E03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861396"/>
            <a:ext cx="10905066" cy="313520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DB0634A-5454-2D78-B21C-24FC77C41493}"/>
              </a:ext>
            </a:extLst>
          </p:cNvPr>
          <p:cNvSpPr txBox="1"/>
          <p:nvPr/>
        </p:nvSpPr>
        <p:spPr>
          <a:xfrm>
            <a:off x="841129" y="5547446"/>
            <a:ext cx="91525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Curvature = rate of change of the </a:t>
            </a:r>
            <a:r>
              <a:rPr lang="en-IN" b="1" i="1" dirty="0"/>
              <a:t>direction</a:t>
            </a:r>
            <a:r>
              <a:rPr lang="en-IN" b="1" dirty="0"/>
              <a:t> of motion with respect to distance travelled</a:t>
            </a:r>
            <a:r>
              <a:rPr lang="en-IN" dirty="0"/>
              <a:t>,</a:t>
            </a:r>
            <a:br>
              <a:rPr lang="en-IN" dirty="0"/>
            </a:br>
            <a:r>
              <a:rPr lang="en-IN" b="1" dirty="0"/>
              <a:t>not time</a:t>
            </a:r>
            <a:r>
              <a:rPr lang="en-IN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312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th equations with numbers and symbols&#10;&#10;AI-generated content may be incorrect.">
            <a:extLst>
              <a:ext uri="{FF2B5EF4-FFF2-40B4-BE49-F238E27FC236}">
                <a16:creationId xmlns:a16="http://schemas.microsoft.com/office/drawing/2014/main" id="{24B785EF-3BB0-2C94-2EA5-FCC9F5712A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301" y="1831437"/>
            <a:ext cx="7203398" cy="389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264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paper with black text and black text&#10;&#10;AI-generated content may be incorrect.">
            <a:extLst>
              <a:ext uri="{FF2B5EF4-FFF2-40B4-BE49-F238E27FC236}">
                <a16:creationId xmlns:a16="http://schemas.microsoft.com/office/drawing/2014/main" id="{3B0B6393-1D8E-4E14-4860-DFD224FA7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940" y="1494971"/>
            <a:ext cx="10314289" cy="310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472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paper with black text and black text&#10;&#10;AI-generated content may be incorrect.">
            <a:extLst>
              <a:ext uri="{FF2B5EF4-FFF2-40B4-BE49-F238E27FC236}">
                <a16:creationId xmlns:a16="http://schemas.microsoft.com/office/drawing/2014/main" id="{C7D49C77-EEA3-0292-F2A3-687A9339A2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296"/>
          <a:stretch>
            <a:fillRect/>
          </a:stretch>
        </p:blipFill>
        <p:spPr>
          <a:xfrm>
            <a:off x="483810" y="3429000"/>
            <a:ext cx="10905066" cy="2445015"/>
          </a:xfrm>
          <a:prstGeom prst="rect">
            <a:avLst/>
          </a:prstGeom>
        </p:spPr>
      </p:pic>
      <p:pic>
        <p:nvPicPr>
          <p:cNvPr id="5" name="Picture 4" descr="A diagram of a mathematical equation&#10;&#10;AI-generated content may be incorrect.">
            <a:extLst>
              <a:ext uri="{FF2B5EF4-FFF2-40B4-BE49-F238E27FC236}">
                <a16:creationId xmlns:a16="http://schemas.microsoft.com/office/drawing/2014/main" id="{231A70A7-5F03-7BED-5ED3-9BE4A04FE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300" y="404585"/>
            <a:ext cx="4038600" cy="256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700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paper with black text and black letters&#10;&#10;AI-generated content may be incorrect.">
            <a:extLst>
              <a:ext uri="{FF2B5EF4-FFF2-40B4-BE49-F238E27FC236}">
                <a16:creationId xmlns:a16="http://schemas.microsoft.com/office/drawing/2014/main" id="{78373889-51AC-F323-6437-91E4BA3AB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793240"/>
            <a:ext cx="10905066" cy="3271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87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1262</TotalTime>
  <Words>25</Words>
  <Application>Microsoft Macintosh PowerPoint</Application>
  <PresentationFormat>Widescreen</PresentationFormat>
  <Paragraphs>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24MAT120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Sreedeep C D</dc:creator>
  <cp:lastModifiedBy>Sreedeep C D</cp:lastModifiedBy>
  <cp:revision>2</cp:revision>
  <dcterms:created xsi:type="dcterms:W3CDTF">2026-02-04T08:58:40Z</dcterms:created>
  <dcterms:modified xsi:type="dcterms:W3CDTF">2026-02-06T08:58:56Z</dcterms:modified>
</cp:coreProperties>
</file>