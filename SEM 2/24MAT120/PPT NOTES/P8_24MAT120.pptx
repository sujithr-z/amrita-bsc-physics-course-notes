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1"/>
  </p:normalViewPr>
  <p:slideViewPr>
    <p:cSldViewPr snapToGrid="0">
      <p:cViewPr varScale="1">
        <p:scale>
          <a:sx n="116" d="100"/>
          <a:sy n="116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28F67-DD71-17F7-6C72-B76079EF4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0D73D6-EB6F-CBFE-1A64-E3888401D9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8553A-45EA-3552-32EE-8E6233783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7687-D74C-8C49-AE3A-7AC360023F53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3EDC2-F10D-CEFC-19E4-8A67DD518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7B951-5A4D-42EA-A343-FE119BF4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981D-9008-D14B-8B82-97A2D4B1C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52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30912-BE94-F663-2455-0F71B2BB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9BDB5-450E-9D05-9422-74C028A8B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C55EA-5300-9F82-6DA9-471ECB79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7687-D74C-8C49-AE3A-7AC360023F53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FC65C-E1EF-173A-B448-7012255AA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BCF04-FCDB-68E8-58F9-5F424DA1E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981D-9008-D14B-8B82-97A2D4B1C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09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A2F93-3F4B-6DD4-5D09-21B07F272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A7AFD-0DAF-748C-7536-A85B14FCB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5F2A9-21B8-7D76-2A57-BD90FDA46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7687-D74C-8C49-AE3A-7AC360023F53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EF52A-5E24-3E30-55E8-2B5A017B8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8B6AC-2664-05F2-EECC-CD31C9338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981D-9008-D14B-8B82-97A2D4B1C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084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018B7-C6B1-2EB2-5B9A-E7E8E4808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0EAB9-1D06-3525-AFDB-982B53A51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044EF-55D8-32DB-49C7-FF7D372D5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C1926-7C81-EC84-3225-7463517A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7687-D74C-8C49-AE3A-7AC360023F53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FE7DF-308F-C194-736F-6738DF510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29E5E-A7CA-7C55-5EF5-58C321D6D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981D-9008-D14B-8B82-97A2D4B1C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950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DD73B-CA4D-1086-6B21-52D636751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62BF9-DC3C-345D-CB59-A33E6B202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BC86E-4FB0-F27F-5238-E8C3CD0B0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0339EB-2518-F9AF-1C50-D8FB30603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3EE692-8F8A-0669-01DC-CC0FF8D958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B2A2B4-7010-125E-D6B4-0858BF3CF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7687-D74C-8C49-AE3A-7AC360023F53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F8F411-5E3E-31E1-4DCF-27B643878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963972-85EE-265C-4BCB-6916ECA46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981D-9008-D14B-8B82-97A2D4B1C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19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2982D-1D12-C7D8-FB05-D7811D0BD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F998A-DFF8-46E5-F803-4F3205A2D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7687-D74C-8C49-AE3A-7AC360023F53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0898C2-C04C-F285-F576-021718672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DBBD30-1A51-4056-C901-480D7E1B5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981D-9008-D14B-8B82-97A2D4B1C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61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527A4C-3208-4573-9717-25273F7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7687-D74C-8C49-AE3A-7AC360023F53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471F4C-32BA-AFF3-51B5-87B246DBF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62DBC-795C-31D3-41CB-86CAA6F4B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981D-9008-D14B-8B82-97A2D4B1C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42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18378-F375-A478-CB25-177A6979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EB659-5BE3-7CCC-A6D4-7B28CE8C8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4F234-13F0-3273-4750-07D821021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4EEF6-DA19-BB97-43F9-80E041389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7687-D74C-8C49-AE3A-7AC360023F53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84410-2462-AD59-EDF1-6B247D252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96952-791C-B343-EC35-839E7D622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981D-9008-D14B-8B82-97A2D4B1C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521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0FAF9-3E79-A54E-0E6E-401EC940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BA775F-5D8C-4798-B445-38026F94F6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07645-8AD3-7C6E-97D8-D73CE8BD6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1EDC1-96E3-9FA5-BC31-12612E9D2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7687-D74C-8C49-AE3A-7AC360023F53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95374-8773-FEC4-63D8-DBC6E5E10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4F080-8B5C-2921-A094-3270B980A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981D-9008-D14B-8B82-97A2D4B1C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081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2821B-02A0-E189-0500-97FA30A24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56FC1-CE7B-12FB-6343-2D7302814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63DCB-A445-3FE4-6DFC-0A7D1007F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7687-D74C-8C49-AE3A-7AC360023F53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1FFE2-7C08-20E4-41D8-32029C253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C97A8-7D44-35A9-8064-A24A6DD44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981D-9008-D14B-8B82-97A2D4B1C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000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16D13B-EB99-D499-9A05-DB8C965BC3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70DBEC-CC23-6F93-11EA-E1DB20C47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CA1C7-EC16-7721-4B0C-7FAEA36EF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7687-D74C-8C49-AE3A-7AC360023F53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0AACC-5169-F707-4E53-1C800F2EB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6E555-DD1F-821C-D967-BBE3A93D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E981D-9008-D14B-8B82-97A2D4B1C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94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89F14A-973E-D430-4B4A-C9BA757DE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290A1-B590-6FC5-043A-A4649F674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80D32-D799-C9F6-10B0-0C4ACA88AC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1A7687-D74C-8C49-AE3A-7AC360023F53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6AC1A-634E-7083-216B-F3552C6CC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A9CD5-E195-C025-27CB-E0F34B994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AE981D-9008-D14B-8B82-97A2D4B1C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056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507A2-046E-F547-85E3-E9B9664001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24MAT180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64443E-0DE3-9455-7E5B-3957C092A3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S2 P/M</a:t>
            </a:r>
          </a:p>
        </p:txBody>
      </p:sp>
    </p:spTree>
    <p:extLst>
      <p:ext uri="{BB962C8B-B14F-4D97-AF65-F5344CB8AC3E}">
        <p14:creationId xmlns:p14="http://schemas.microsoft.com/office/powerpoint/2010/main" val="4195711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line and a line&#10;&#10;AI-generated content may be incorrect.">
            <a:extLst>
              <a:ext uri="{FF2B5EF4-FFF2-40B4-BE49-F238E27FC236}">
                <a16:creationId xmlns:a16="http://schemas.microsoft.com/office/drawing/2014/main" id="{DD7E8E5E-AB78-6B44-28F0-648DAFD0D9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50" b="11165"/>
          <a:stretch>
            <a:fillRect/>
          </a:stretch>
        </p:blipFill>
        <p:spPr>
          <a:xfrm>
            <a:off x="3663226" y="1283464"/>
            <a:ext cx="4865547" cy="557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984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problem with numbers and equations&#10;&#10;AI-generated content may be incorrect.">
            <a:extLst>
              <a:ext uri="{FF2B5EF4-FFF2-40B4-BE49-F238E27FC236}">
                <a16:creationId xmlns:a16="http://schemas.microsoft.com/office/drawing/2014/main" id="{1D5D153D-8904-A9EB-E345-26DCB47C1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784753"/>
            <a:ext cx="7772400" cy="22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361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lope of the trace&#10;&#10;AI-generated content may be incorrect.">
            <a:extLst>
              <a:ext uri="{FF2B5EF4-FFF2-40B4-BE49-F238E27FC236}">
                <a16:creationId xmlns:a16="http://schemas.microsoft.com/office/drawing/2014/main" id="{EB4DBA03-D8C7-70E0-50F1-1E216E11A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922" y="1203476"/>
            <a:ext cx="420615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876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1B51E3A2-35FC-EA97-89C0-5625FD842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336" y="3087914"/>
            <a:ext cx="9699352" cy="229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251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BD643B3C-FF29-437A-5139-26E64AF47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3429000"/>
            <a:ext cx="10905066" cy="316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72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0BD1430B-021E-F781-4330-3AE2B6181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227" y="2919229"/>
            <a:ext cx="10999962" cy="304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300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5</Words>
  <Application>Microsoft Macintosh PowerPoint</Application>
  <PresentationFormat>Widescreen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24MAT180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Sreedeep C D</dc:creator>
  <cp:lastModifiedBy>Sreedeep C D</cp:lastModifiedBy>
  <cp:revision>1</cp:revision>
  <dcterms:created xsi:type="dcterms:W3CDTF">2026-03-05T09:47:09Z</dcterms:created>
  <dcterms:modified xsi:type="dcterms:W3CDTF">2026-03-05T11:35:20Z</dcterms:modified>
</cp:coreProperties>
</file>