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81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69D7-A7A3-289A-B8C6-6C6CF2A5F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A64DA-B8BE-B3B1-18CF-492696DBD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EBA9-C1E3-7F7A-A23C-61329A95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28A27-1A26-5B43-4576-159850D23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CD115-6D2B-1E06-C9F6-4959BD35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2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32B7-0E2E-B8E8-687B-87EB842D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99A8-DB8A-9C6E-07AA-962EB4CD1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C3FE2-8130-2FDF-B369-C0D08AD5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936C4-62F4-B845-AB42-6F394179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093D3-3D13-B1C2-6F74-6E41C653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4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6832-4C6D-4607-DDA3-4B5390BB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02439-25C1-1248-734E-5B134B59C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6817A-1B41-C5B0-4899-55DC67CD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BAA1-AFBE-4185-2AE3-4B4F28B3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263A-E0E0-FE52-69ED-BFC72B30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7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DE14-1C83-3FEC-A58C-E0356165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72A7-D13E-8E32-2648-D4E44CD38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9F2B2-6B46-89C9-E692-C812AD535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91E24-5B31-AF39-4647-3BE30333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4772B-312B-162C-B6D4-34D548BA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13112-9B6A-9DDB-60A7-B87B4FB4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0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E5E3-2A2B-9221-2F13-59CF155F2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95FF-DD42-401B-A448-C50124AA0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6FD3C-093D-E9B4-0BB9-74E794876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B349E-DFBF-EE74-F4EE-582EE3794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F90C7-4FE2-0D02-7DF7-C734EA243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45E3E-6A1B-F794-EBC5-AB35D7A22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E07D9-94F8-202B-B054-C66A5920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93666-D65F-C8FE-2174-0E3C0CF7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1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FFFA-0451-C1E0-2622-CD437B25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3CE78-C50B-85F6-1459-4C85BB2E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D3227-B290-851C-D7CD-CCC61171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B8BCC-AFFB-CAD6-6D5C-ADE56843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2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CD14F-29B6-8BC2-965A-CF71E02F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AB40B-2EE4-953F-8133-A82E8B2B6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67707-FC92-82F3-4581-1FF6941C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6A14-C72D-F241-05CA-25B3664B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5BCF-6C5C-EEB5-CD76-8A8789BDA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5AC04-1EBE-5B5C-5F52-EE7B24833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A67A9-7575-0445-DE47-8932E9B3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1D917-4221-2C08-2EB1-01686D3E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D6676-A1B5-4820-77BD-CEDEE905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4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3434-CD62-F823-CFC8-3459273B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AE490-2198-42CF-E803-EFBFB2260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6E344-3EB1-F400-29EC-B4CFB48BE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A9A9E-7AF7-48E6-36F8-077043E1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D167D-DBD9-BE67-30F2-C37B2BAB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2582B-4C02-5A40-541C-EA126E01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4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A669-9059-5B8C-C4A5-EEC0EEBB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97C66-FCE1-C421-711C-C63DB35B7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272C1-A6E4-9FDD-A93E-335AA6BB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3DA7-DDAA-AA02-38F2-D373D2A9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8EC4-D1D5-0BB4-848F-AB90B294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388BC-C4C8-4898-38BE-2C192017F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183E3-8824-9D81-A4E0-F032CF0B4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66722-3DFC-93A2-D0B3-A2DBCE37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30AB-E527-CAA0-601C-5BEFAF7F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B8998-AF6E-39A0-DDCB-6BB0BD7C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0A68D-10EC-0DB6-B0D2-9964DF0D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5A377-F6CF-4AAA-F384-BBC85EAC1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5DEA-F0C6-392E-A4C9-2B3E6F4E4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252B7-10E7-FD42-9AC3-248AF70740A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8273C-311A-FAD2-0E8D-07B3351C6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D0A5E-41F2-C099-C79B-6FE06D44C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F7610-2E4E-474D-8CC2-CC405C18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F2CE-2E88-8B66-84C4-936589654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229F3-3B10-1955-82E1-1DAC2A71A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P/M</a:t>
            </a:r>
          </a:p>
        </p:txBody>
      </p:sp>
    </p:spTree>
    <p:extLst>
      <p:ext uri="{BB962C8B-B14F-4D97-AF65-F5344CB8AC3E}">
        <p14:creationId xmlns:p14="http://schemas.microsoft.com/office/powerpoint/2010/main" val="188361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025FACE-A5A6-DF87-C9D2-56AC195B0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12" y="518557"/>
            <a:ext cx="7772400" cy="2680914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A823A88C-915D-993F-D14E-A2F4AE290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312" y="3199471"/>
            <a:ext cx="5952857" cy="33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3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40AD3C94-C6A7-9727-A964-10660C2F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444500"/>
            <a:ext cx="77724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6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AAD08541-17FA-D10D-0350-549A580DD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999" y="2044700"/>
            <a:ext cx="8893441" cy="276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1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6FC4CA4F-494F-2810-428A-B0EEA91F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49" y="1365250"/>
            <a:ext cx="8540903" cy="399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4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CF3F8FE2-6C59-2260-9ACD-AB27A226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64" b="18491"/>
          <a:stretch>
            <a:fillRect/>
          </a:stretch>
        </p:blipFill>
        <p:spPr>
          <a:xfrm>
            <a:off x="318647" y="3429000"/>
            <a:ext cx="7772400" cy="1076899"/>
          </a:xfrm>
          <a:prstGeom prst="rect">
            <a:avLst/>
          </a:prstGeom>
        </p:spPr>
      </p:pic>
      <p:pic>
        <p:nvPicPr>
          <p:cNvPr id="5" name="Picture 4" descr="A math problem with a circular diagram&#10;&#10;AI-generated content may be incorrect.">
            <a:extLst>
              <a:ext uri="{FF2B5EF4-FFF2-40B4-BE49-F238E27FC236}">
                <a16:creationId xmlns:a16="http://schemas.microsoft.com/office/drawing/2014/main" id="{A9D6A468-F517-62C9-DBD8-30A6CEB37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772" y="520700"/>
            <a:ext cx="4064000" cy="5816600"/>
          </a:xfrm>
          <a:prstGeom prst="rect">
            <a:avLst/>
          </a:prstGeom>
        </p:spPr>
      </p:pic>
      <p:pic>
        <p:nvPicPr>
          <p:cNvPr id="4" name="Picture 3" descr="A graph of a cone shaped object&#10;&#10;AI-generated content may be incorrect.">
            <a:extLst>
              <a:ext uri="{FF2B5EF4-FFF2-40B4-BE49-F238E27FC236}">
                <a16:creationId xmlns:a16="http://schemas.microsoft.com/office/drawing/2014/main" id="{7D4D195D-0947-BD8F-82BA-00E9347DF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47" y="224816"/>
            <a:ext cx="2316603" cy="22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73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ABD312A3-2D4C-4777-C2E5-47F7E002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74806"/>
            <a:ext cx="10905066" cy="19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4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01C41DC-FA77-AA61-BD18-0AE1B4A2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43184"/>
            <a:ext cx="10905066" cy="29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4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F5A1C025-265D-F6BF-31BC-88D782FE8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52013"/>
            <a:ext cx="10905066" cy="15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8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</Words>
  <Application>Microsoft Macintosh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2026-02-18T15:26:49Z</dcterms:created>
  <dcterms:modified xsi:type="dcterms:W3CDTF">2026-02-19T05:04:03Z</dcterms:modified>
</cp:coreProperties>
</file>