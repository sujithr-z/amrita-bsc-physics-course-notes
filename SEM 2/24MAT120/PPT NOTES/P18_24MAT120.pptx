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pav/YwA95jbWqzfGxq3xlQg/O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IN"/>
              <a:t>24MAT120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S2 P &amp; 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93486" y="711200"/>
            <a:ext cx="10860314" cy="546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Now we move from </a:t>
            </a:r>
            <a:r>
              <a:rPr b="1" lang="en-IN"/>
              <a:t>force fields</a:t>
            </a:r>
            <a:r>
              <a:rPr lang="en-IN"/>
              <a:t> to </a:t>
            </a:r>
            <a:r>
              <a:rPr b="1" lang="en-IN"/>
              <a:t>velocity fields</a:t>
            </a:r>
            <a:r>
              <a:rPr lang="en-IN"/>
              <a:t>, where line integrals describe how fluids move.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This is the real intuition behind: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Circulation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Flux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Green’s theorem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9793" y="1977065"/>
            <a:ext cx="5124007" cy="440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idx="1" type="body"/>
          </p:nvPr>
        </p:nvSpPr>
        <p:spPr>
          <a:xfrm>
            <a:off x="725714" y="928914"/>
            <a:ext cx="10628086" cy="5248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 velocity field assigns a velocity vector to every point.</a:t>
            </a:r>
            <a:endParaRPr b="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Interpretation: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direction → flow direction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magnitude → flow speed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Examples: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water flow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wind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air currents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0" y="466165"/>
            <a:ext cx="8139953" cy="571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Suppose that F represents the velocity field of a fluid flowing through a region in space (a tidal basin or the turbine chamber of a hydroelectric generator, for example).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Under these circumstances, the integral of F.T along a curve in the region gives the fluid’s flow along, or circulation around, the curve.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For instance, the vector field in Figure 16.11 gives zero circulation around the unit circle in the plane.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By contrast, the vector field in Figure 16.12 gives a nonzero circulation around the unit circle.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17092" r="1684" t="6852"/>
          <a:stretch/>
        </p:blipFill>
        <p:spPr>
          <a:xfrm>
            <a:off x="8478415" y="0"/>
            <a:ext cx="3713585" cy="4317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/>
          <p:cNvPicPr preferRelativeResize="0"/>
          <p:nvPr/>
        </p:nvPicPr>
        <p:blipFill rotWithShape="1">
          <a:blip r:embed="rId4">
            <a:alphaModFix/>
          </a:blip>
          <a:srcRect b="0" l="0" r="0" t="8629"/>
          <a:stretch/>
        </p:blipFill>
        <p:spPr>
          <a:xfrm>
            <a:off x="8264539" y="4161453"/>
            <a:ext cx="3588999" cy="269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1670558"/>
            <a:ext cx="10905066" cy="3516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2125"/>
            <a:ext cx="11479898" cy="1277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3749" y="1679511"/>
            <a:ext cx="7772400" cy="4966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260" y="932154"/>
            <a:ext cx="7772400" cy="762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2549" y="1988846"/>
            <a:ext cx="39116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260" y="1988846"/>
            <a:ext cx="7017012" cy="4420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Flux Across a Simple Closed Plane Curve</a:t>
            </a:r>
            <a:br>
              <a:rPr lang="en-IN"/>
            </a:b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825625"/>
            <a:ext cx="1022604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To find the rate at which a fluid is entering or leaving a region enclosed by a smooth simple closed curve C in the xy-plane, we calculate the line integral over C of F.n, the scalar component of the fluid’s velocity field in the direction of the curve’s outward-pointing normal vector.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We use only the normal component of F, while ignoring the tangential component, because the normal component leads to the flow across C.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value of this integral is the flux of F across C. Flux is Latin for flow.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1847765"/>
            <a:ext cx="10905066" cy="316246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1725083"/>
            <a:ext cx="10905066" cy="3407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639" y="862330"/>
            <a:ext cx="10264103" cy="9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0175" y="1926590"/>
            <a:ext cx="8749030" cy="472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9300" y="2349500"/>
            <a:ext cx="5613400" cy="21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1547876"/>
            <a:ext cx="10905066" cy="3762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0175" y="368625"/>
            <a:ext cx="8890325" cy="648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5"/>
          <p:cNvPicPr preferRelativeResize="0"/>
          <p:nvPr/>
        </p:nvPicPr>
        <p:blipFill rotWithShape="1">
          <a:blip r:embed="rId3">
            <a:alphaModFix/>
          </a:blip>
          <a:srcRect b="19" l="0" r="0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2026-05-07T08:58:51Z</dcterms:created>
  <dc:creator>Sreedeep C D</dc:creator>
</cp:coreProperties>
</file>