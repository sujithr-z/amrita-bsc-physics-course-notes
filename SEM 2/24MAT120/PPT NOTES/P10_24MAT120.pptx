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3" r:id="rId6"/>
    <p:sldId id="260" r:id="rId7"/>
    <p:sldId id="261" r:id="rId8"/>
    <p:sldId id="262" r:id="rId9"/>
    <p:sldId id="266" r:id="rId10"/>
    <p:sldId id="265" r:id="rId11"/>
    <p:sldId id="267" r:id="rId12"/>
    <p:sldId id="264"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4"/>
    <p:restoredTop sz="94681"/>
  </p:normalViewPr>
  <p:slideViewPr>
    <p:cSldViewPr snapToGrid="0">
      <p:cViewPr varScale="1">
        <p:scale>
          <a:sx n="88" d="100"/>
          <a:sy n="88" d="100"/>
        </p:scale>
        <p:origin x="176" y="7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B0BAA-6D62-7CC6-801C-83AA37CFEC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F4630B05-B97F-7BDA-373F-1CA7E30160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E6D3366A-2790-CEF5-0A9E-A534DFE163F8}"/>
              </a:ext>
            </a:extLst>
          </p:cNvPr>
          <p:cNvSpPr>
            <a:spLocks noGrp="1"/>
          </p:cNvSpPr>
          <p:nvPr>
            <p:ph type="dt" sz="half" idx="10"/>
          </p:nvPr>
        </p:nvSpPr>
        <p:spPr/>
        <p:txBody>
          <a:bodyPr/>
          <a:lstStyle/>
          <a:p>
            <a:fld id="{7886992A-25D8-8A42-BC11-A8716482D93F}" type="datetimeFigureOut">
              <a:rPr lang="en-US" smtClean="0"/>
              <a:t>4/7/26</a:t>
            </a:fld>
            <a:endParaRPr lang="en-US"/>
          </a:p>
        </p:txBody>
      </p:sp>
      <p:sp>
        <p:nvSpPr>
          <p:cNvPr id="5" name="Footer Placeholder 4">
            <a:extLst>
              <a:ext uri="{FF2B5EF4-FFF2-40B4-BE49-F238E27FC236}">
                <a16:creationId xmlns:a16="http://schemas.microsoft.com/office/drawing/2014/main" id="{4885CB98-A058-E517-A3C4-43FDBD9995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4AED2A-FDF2-BDF8-5578-BC069E4B29F1}"/>
              </a:ext>
            </a:extLst>
          </p:cNvPr>
          <p:cNvSpPr>
            <a:spLocks noGrp="1"/>
          </p:cNvSpPr>
          <p:nvPr>
            <p:ph type="sldNum" sz="quarter" idx="12"/>
          </p:nvPr>
        </p:nvSpPr>
        <p:spPr/>
        <p:txBody>
          <a:bodyPr/>
          <a:lstStyle/>
          <a:p>
            <a:fld id="{822FC529-CDFB-4F40-9FD7-A3EA8A926824}" type="slidenum">
              <a:rPr lang="en-US" smtClean="0"/>
              <a:t>‹#›</a:t>
            </a:fld>
            <a:endParaRPr lang="en-US"/>
          </a:p>
        </p:txBody>
      </p:sp>
    </p:spTree>
    <p:extLst>
      <p:ext uri="{BB962C8B-B14F-4D97-AF65-F5344CB8AC3E}">
        <p14:creationId xmlns:p14="http://schemas.microsoft.com/office/powerpoint/2010/main" val="19749435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7D0C1-1A00-EEB0-6C0E-C56484BF4337}"/>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08DDA66-CE04-5702-CB31-FD2DA3B45BB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4467B4E-A559-B81F-1295-72994B062226}"/>
              </a:ext>
            </a:extLst>
          </p:cNvPr>
          <p:cNvSpPr>
            <a:spLocks noGrp="1"/>
          </p:cNvSpPr>
          <p:nvPr>
            <p:ph type="dt" sz="half" idx="10"/>
          </p:nvPr>
        </p:nvSpPr>
        <p:spPr/>
        <p:txBody>
          <a:bodyPr/>
          <a:lstStyle/>
          <a:p>
            <a:fld id="{7886992A-25D8-8A42-BC11-A8716482D93F}" type="datetimeFigureOut">
              <a:rPr lang="en-US" smtClean="0"/>
              <a:t>4/7/26</a:t>
            </a:fld>
            <a:endParaRPr lang="en-US"/>
          </a:p>
        </p:txBody>
      </p:sp>
      <p:sp>
        <p:nvSpPr>
          <p:cNvPr id="5" name="Footer Placeholder 4">
            <a:extLst>
              <a:ext uri="{FF2B5EF4-FFF2-40B4-BE49-F238E27FC236}">
                <a16:creationId xmlns:a16="http://schemas.microsoft.com/office/drawing/2014/main" id="{2AECEDB1-B92A-39CD-8C59-C661890754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25E913-6653-30E6-2B64-5E81E5588DD7}"/>
              </a:ext>
            </a:extLst>
          </p:cNvPr>
          <p:cNvSpPr>
            <a:spLocks noGrp="1"/>
          </p:cNvSpPr>
          <p:nvPr>
            <p:ph type="sldNum" sz="quarter" idx="12"/>
          </p:nvPr>
        </p:nvSpPr>
        <p:spPr/>
        <p:txBody>
          <a:bodyPr/>
          <a:lstStyle/>
          <a:p>
            <a:fld id="{822FC529-CDFB-4F40-9FD7-A3EA8A926824}" type="slidenum">
              <a:rPr lang="en-US" smtClean="0"/>
              <a:t>‹#›</a:t>
            </a:fld>
            <a:endParaRPr lang="en-US"/>
          </a:p>
        </p:txBody>
      </p:sp>
    </p:spTree>
    <p:extLst>
      <p:ext uri="{BB962C8B-B14F-4D97-AF65-F5344CB8AC3E}">
        <p14:creationId xmlns:p14="http://schemas.microsoft.com/office/powerpoint/2010/main" val="22003439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84060-F16C-2E16-2E0E-E459509401F6}"/>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2715C283-12B0-EA6E-F288-80E37F67D76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704A5F5-AD4D-86FA-698E-97790D75BD3A}"/>
              </a:ext>
            </a:extLst>
          </p:cNvPr>
          <p:cNvSpPr>
            <a:spLocks noGrp="1"/>
          </p:cNvSpPr>
          <p:nvPr>
            <p:ph type="dt" sz="half" idx="10"/>
          </p:nvPr>
        </p:nvSpPr>
        <p:spPr/>
        <p:txBody>
          <a:bodyPr/>
          <a:lstStyle/>
          <a:p>
            <a:fld id="{7886992A-25D8-8A42-BC11-A8716482D93F}" type="datetimeFigureOut">
              <a:rPr lang="en-US" smtClean="0"/>
              <a:t>4/7/26</a:t>
            </a:fld>
            <a:endParaRPr lang="en-US"/>
          </a:p>
        </p:txBody>
      </p:sp>
      <p:sp>
        <p:nvSpPr>
          <p:cNvPr id="5" name="Footer Placeholder 4">
            <a:extLst>
              <a:ext uri="{FF2B5EF4-FFF2-40B4-BE49-F238E27FC236}">
                <a16:creationId xmlns:a16="http://schemas.microsoft.com/office/drawing/2014/main" id="{06C4FDC0-E97A-20C2-D999-0FBA01C515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C5EE5D-EC8D-96A6-2ECE-8093D312A9C2}"/>
              </a:ext>
            </a:extLst>
          </p:cNvPr>
          <p:cNvSpPr>
            <a:spLocks noGrp="1"/>
          </p:cNvSpPr>
          <p:nvPr>
            <p:ph type="sldNum" sz="quarter" idx="12"/>
          </p:nvPr>
        </p:nvSpPr>
        <p:spPr/>
        <p:txBody>
          <a:bodyPr/>
          <a:lstStyle/>
          <a:p>
            <a:fld id="{822FC529-CDFB-4F40-9FD7-A3EA8A926824}" type="slidenum">
              <a:rPr lang="en-US" smtClean="0"/>
              <a:t>‹#›</a:t>
            </a:fld>
            <a:endParaRPr lang="en-US"/>
          </a:p>
        </p:txBody>
      </p:sp>
    </p:spTree>
    <p:extLst>
      <p:ext uri="{BB962C8B-B14F-4D97-AF65-F5344CB8AC3E}">
        <p14:creationId xmlns:p14="http://schemas.microsoft.com/office/powerpoint/2010/main" val="28725044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DAE40E-B5DE-AFEB-16DA-58D80497BB5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1AEF198-A670-E867-DA34-3E555EDC7B29}"/>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76FEF523-A4FD-9EC7-E79B-10FAFA7EA0A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A294271E-C3AD-1750-2165-E068F98755BA}"/>
              </a:ext>
            </a:extLst>
          </p:cNvPr>
          <p:cNvSpPr>
            <a:spLocks noGrp="1"/>
          </p:cNvSpPr>
          <p:nvPr>
            <p:ph type="dt" sz="half" idx="10"/>
          </p:nvPr>
        </p:nvSpPr>
        <p:spPr/>
        <p:txBody>
          <a:bodyPr/>
          <a:lstStyle/>
          <a:p>
            <a:fld id="{7886992A-25D8-8A42-BC11-A8716482D93F}" type="datetimeFigureOut">
              <a:rPr lang="en-US" smtClean="0"/>
              <a:t>4/7/26</a:t>
            </a:fld>
            <a:endParaRPr lang="en-US"/>
          </a:p>
        </p:txBody>
      </p:sp>
      <p:sp>
        <p:nvSpPr>
          <p:cNvPr id="6" name="Footer Placeholder 5">
            <a:extLst>
              <a:ext uri="{FF2B5EF4-FFF2-40B4-BE49-F238E27FC236}">
                <a16:creationId xmlns:a16="http://schemas.microsoft.com/office/drawing/2014/main" id="{55C3E0BC-A076-6F8B-CD3A-C631A6AA97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5B99D7-3347-185D-99F4-28F847FED2BB}"/>
              </a:ext>
            </a:extLst>
          </p:cNvPr>
          <p:cNvSpPr>
            <a:spLocks noGrp="1"/>
          </p:cNvSpPr>
          <p:nvPr>
            <p:ph type="sldNum" sz="quarter" idx="12"/>
          </p:nvPr>
        </p:nvSpPr>
        <p:spPr/>
        <p:txBody>
          <a:bodyPr/>
          <a:lstStyle/>
          <a:p>
            <a:fld id="{822FC529-CDFB-4F40-9FD7-A3EA8A926824}" type="slidenum">
              <a:rPr lang="en-US" smtClean="0"/>
              <a:t>‹#›</a:t>
            </a:fld>
            <a:endParaRPr lang="en-US"/>
          </a:p>
        </p:txBody>
      </p:sp>
    </p:spTree>
    <p:extLst>
      <p:ext uri="{BB962C8B-B14F-4D97-AF65-F5344CB8AC3E}">
        <p14:creationId xmlns:p14="http://schemas.microsoft.com/office/powerpoint/2010/main" val="17267266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CADD6-CEB1-86E3-6F15-A8A99C9EBC3C}"/>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7FC3122F-16E8-AC1A-1D38-BDA1EEF173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3D8302E-EF0E-B7F5-83C7-3CC8E4DAFB02}"/>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641E7DCF-FB13-D534-9DAD-3EFE1D2FCB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A2133DB4-BC9B-2DF2-4EBE-044E44D4E6E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A58CA23-FF80-E90E-F722-D93975B22DB2}"/>
              </a:ext>
            </a:extLst>
          </p:cNvPr>
          <p:cNvSpPr>
            <a:spLocks noGrp="1"/>
          </p:cNvSpPr>
          <p:nvPr>
            <p:ph type="dt" sz="half" idx="10"/>
          </p:nvPr>
        </p:nvSpPr>
        <p:spPr/>
        <p:txBody>
          <a:bodyPr/>
          <a:lstStyle/>
          <a:p>
            <a:fld id="{7886992A-25D8-8A42-BC11-A8716482D93F}" type="datetimeFigureOut">
              <a:rPr lang="en-US" smtClean="0"/>
              <a:t>4/7/26</a:t>
            </a:fld>
            <a:endParaRPr lang="en-US"/>
          </a:p>
        </p:txBody>
      </p:sp>
      <p:sp>
        <p:nvSpPr>
          <p:cNvPr id="8" name="Footer Placeholder 7">
            <a:extLst>
              <a:ext uri="{FF2B5EF4-FFF2-40B4-BE49-F238E27FC236}">
                <a16:creationId xmlns:a16="http://schemas.microsoft.com/office/drawing/2014/main" id="{A6D83AD8-371D-8CB4-4BBD-FECF6E8AA03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0355617-AE69-588F-9D22-742CE0F8C3A7}"/>
              </a:ext>
            </a:extLst>
          </p:cNvPr>
          <p:cNvSpPr>
            <a:spLocks noGrp="1"/>
          </p:cNvSpPr>
          <p:nvPr>
            <p:ph type="sldNum" sz="quarter" idx="12"/>
          </p:nvPr>
        </p:nvSpPr>
        <p:spPr/>
        <p:txBody>
          <a:bodyPr/>
          <a:lstStyle/>
          <a:p>
            <a:fld id="{822FC529-CDFB-4F40-9FD7-A3EA8A926824}" type="slidenum">
              <a:rPr lang="en-US" smtClean="0"/>
              <a:t>‹#›</a:t>
            </a:fld>
            <a:endParaRPr lang="en-US"/>
          </a:p>
        </p:txBody>
      </p:sp>
    </p:spTree>
    <p:extLst>
      <p:ext uri="{BB962C8B-B14F-4D97-AF65-F5344CB8AC3E}">
        <p14:creationId xmlns:p14="http://schemas.microsoft.com/office/powerpoint/2010/main" val="3923316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061DE-1D2A-FDC0-9F72-57F8A82CC1B1}"/>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7AF7C54-107E-DC64-0524-5D8B7A7DC627}"/>
              </a:ext>
            </a:extLst>
          </p:cNvPr>
          <p:cNvSpPr>
            <a:spLocks noGrp="1"/>
          </p:cNvSpPr>
          <p:nvPr>
            <p:ph type="dt" sz="half" idx="10"/>
          </p:nvPr>
        </p:nvSpPr>
        <p:spPr/>
        <p:txBody>
          <a:bodyPr/>
          <a:lstStyle/>
          <a:p>
            <a:fld id="{7886992A-25D8-8A42-BC11-A8716482D93F}" type="datetimeFigureOut">
              <a:rPr lang="en-US" smtClean="0"/>
              <a:t>4/7/26</a:t>
            </a:fld>
            <a:endParaRPr lang="en-US"/>
          </a:p>
        </p:txBody>
      </p:sp>
      <p:sp>
        <p:nvSpPr>
          <p:cNvPr id="4" name="Footer Placeholder 3">
            <a:extLst>
              <a:ext uri="{FF2B5EF4-FFF2-40B4-BE49-F238E27FC236}">
                <a16:creationId xmlns:a16="http://schemas.microsoft.com/office/drawing/2014/main" id="{23BA63AD-FC0E-F66F-B533-537A42F86B4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F7556F3-420E-3E70-E5E8-CA7BE3681224}"/>
              </a:ext>
            </a:extLst>
          </p:cNvPr>
          <p:cNvSpPr>
            <a:spLocks noGrp="1"/>
          </p:cNvSpPr>
          <p:nvPr>
            <p:ph type="sldNum" sz="quarter" idx="12"/>
          </p:nvPr>
        </p:nvSpPr>
        <p:spPr/>
        <p:txBody>
          <a:bodyPr/>
          <a:lstStyle/>
          <a:p>
            <a:fld id="{822FC529-CDFB-4F40-9FD7-A3EA8A926824}" type="slidenum">
              <a:rPr lang="en-US" smtClean="0"/>
              <a:t>‹#›</a:t>
            </a:fld>
            <a:endParaRPr lang="en-US"/>
          </a:p>
        </p:txBody>
      </p:sp>
    </p:spTree>
    <p:extLst>
      <p:ext uri="{BB962C8B-B14F-4D97-AF65-F5344CB8AC3E}">
        <p14:creationId xmlns:p14="http://schemas.microsoft.com/office/powerpoint/2010/main" val="25765060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E319C3-FB30-8759-A4EF-412E9876874A}"/>
              </a:ext>
            </a:extLst>
          </p:cNvPr>
          <p:cNvSpPr>
            <a:spLocks noGrp="1"/>
          </p:cNvSpPr>
          <p:nvPr>
            <p:ph type="dt" sz="half" idx="10"/>
          </p:nvPr>
        </p:nvSpPr>
        <p:spPr/>
        <p:txBody>
          <a:bodyPr/>
          <a:lstStyle/>
          <a:p>
            <a:fld id="{7886992A-25D8-8A42-BC11-A8716482D93F}" type="datetimeFigureOut">
              <a:rPr lang="en-US" smtClean="0"/>
              <a:t>4/7/26</a:t>
            </a:fld>
            <a:endParaRPr lang="en-US"/>
          </a:p>
        </p:txBody>
      </p:sp>
      <p:sp>
        <p:nvSpPr>
          <p:cNvPr id="3" name="Footer Placeholder 2">
            <a:extLst>
              <a:ext uri="{FF2B5EF4-FFF2-40B4-BE49-F238E27FC236}">
                <a16:creationId xmlns:a16="http://schemas.microsoft.com/office/drawing/2014/main" id="{BFAC0A87-0DC9-BDE6-652E-459A88DD0CF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05D80E1-874B-B952-6CD3-6B00C92C8FA6}"/>
              </a:ext>
            </a:extLst>
          </p:cNvPr>
          <p:cNvSpPr>
            <a:spLocks noGrp="1"/>
          </p:cNvSpPr>
          <p:nvPr>
            <p:ph type="sldNum" sz="quarter" idx="12"/>
          </p:nvPr>
        </p:nvSpPr>
        <p:spPr/>
        <p:txBody>
          <a:bodyPr/>
          <a:lstStyle/>
          <a:p>
            <a:fld id="{822FC529-CDFB-4F40-9FD7-A3EA8A926824}" type="slidenum">
              <a:rPr lang="en-US" smtClean="0"/>
              <a:t>‹#›</a:t>
            </a:fld>
            <a:endParaRPr lang="en-US"/>
          </a:p>
        </p:txBody>
      </p:sp>
    </p:spTree>
    <p:extLst>
      <p:ext uri="{BB962C8B-B14F-4D97-AF65-F5344CB8AC3E}">
        <p14:creationId xmlns:p14="http://schemas.microsoft.com/office/powerpoint/2010/main" val="951707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5092F-FF38-B8AA-23F9-B6A6E2B25DC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65503F1D-5F0A-15B1-7643-E2DF99598C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BA1D4B38-73F5-D330-BADB-5E51982B52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F4EC235-CFF3-0D29-5721-3F0F332CBB4A}"/>
              </a:ext>
            </a:extLst>
          </p:cNvPr>
          <p:cNvSpPr>
            <a:spLocks noGrp="1"/>
          </p:cNvSpPr>
          <p:nvPr>
            <p:ph type="dt" sz="half" idx="10"/>
          </p:nvPr>
        </p:nvSpPr>
        <p:spPr/>
        <p:txBody>
          <a:bodyPr/>
          <a:lstStyle/>
          <a:p>
            <a:fld id="{7886992A-25D8-8A42-BC11-A8716482D93F}" type="datetimeFigureOut">
              <a:rPr lang="en-US" smtClean="0"/>
              <a:t>4/7/26</a:t>
            </a:fld>
            <a:endParaRPr lang="en-US"/>
          </a:p>
        </p:txBody>
      </p:sp>
      <p:sp>
        <p:nvSpPr>
          <p:cNvPr id="6" name="Footer Placeholder 5">
            <a:extLst>
              <a:ext uri="{FF2B5EF4-FFF2-40B4-BE49-F238E27FC236}">
                <a16:creationId xmlns:a16="http://schemas.microsoft.com/office/drawing/2014/main" id="{6E0348D8-D1B6-1BA6-6977-C3DB4804392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4ADF98-84D1-CE7D-7C42-58FE3066B4CE}"/>
              </a:ext>
            </a:extLst>
          </p:cNvPr>
          <p:cNvSpPr>
            <a:spLocks noGrp="1"/>
          </p:cNvSpPr>
          <p:nvPr>
            <p:ph type="sldNum" sz="quarter" idx="12"/>
          </p:nvPr>
        </p:nvSpPr>
        <p:spPr/>
        <p:txBody>
          <a:bodyPr/>
          <a:lstStyle/>
          <a:p>
            <a:fld id="{822FC529-CDFB-4F40-9FD7-A3EA8A926824}" type="slidenum">
              <a:rPr lang="en-US" smtClean="0"/>
              <a:t>‹#›</a:t>
            </a:fld>
            <a:endParaRPr lang="en-US"/>
          </a:p>
        </p:txBody>
      </p:sp>
    </p:spTree>
    <p:extLst>
      <p:ext uri="{BB962C8B-B14F-4D97-AF65-F5344CB8AC3E}">
        <p14:creationId xmlns:p14="http://schemas.microsoft.com/office/powerpoint/2010/main" val="16127918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1F5E1-9046-3C9B-9829-3A8C6193FC0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891E2A84-6A30-1966-5D81-83FA9BC5FB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94E95D0-B54A-4E4B-D5E1-ED8E5530C7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12A05F6-07D3-B7D2-F22E-362441C1D726}"/>
              </a:ext>
            </a:extLst>
          </p:cNvPr>
          <p:cNvSpPr>
            <a:spLocks noGrp="1"/>
          </p:cNvSpPr>
          <p:nvPr>
            <p:ph type="dt" sz="half" idx="10"/>
          </p:nvPr>
        </p:nvSpPr>
        <p:spPr/>
        <p:txBody>
          <a:bodyPr/>
          <a:lstStyle/>
          <a:p>
            <a:fld id="{7886992A-25D8-8A42-BC11-A8716482D93F}" type="datetimeFigureOut">
              <a:rPr lang="en-US" smtClean="0"/>
              <a:t>4/7/26</a:t>
            </a:fld>
            <a:endParaRPr lang="en-US"/>
          </a:p>
        </p:txBody>
      </p:sp>
      <p:sp>
        <p:nvSpPr>
          <p:cNvPr id="6" name="Footer Placeholder 5">
            <a:extLst>
              <a:ext uri="{FF2B5EF4-FFF2-40B4-BE49-F238E27FC236}">
                <a16:creationId xmlns:a16="http://schemas.microsoft.com/office/drawing/2014/main" id="{E643CF6E-4EE6-27BE-BA1F-561A498FBE2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A36C1A-7E92-6D4F-4B34-09F7F9BCCC77}"/>
              </a:ext>
            </a:extLst>
          </p:cNvPr>
          <p:cNvSpPr>
            <a:spLocks noGrp="1"/>
          </p:cNvSpPr>
          <p:nvPr>
            <p:ph type="sldNum" sz="quarter" idx="12"/>
          </p:nvPr>
        </p:nvSpPr>
        <p:spPr/>
        <p:txBody>
          <a:bodyPr/>
          <a:lstStyle/>
          <a:p>
            <a:fld id="{822FC529-CDFB-4F40-9FD7-A3EA8A926824}" type="slidenum">
              <a:rPr lang="en-US" smtClean="0"/>
              <a:t>‹#›</a:t>
            </a:fld>
            <a:endParaRPr lang="en-US"/>
          </a:p>
        </p:txBody>
      </p:sp>
    </p:spTree>
    <p:extLst>
      <p:ext uri="{BB962C8B-B14F-4D97-AF65-F5344CB8AC3E}">
        <p14:creationId xmlns:p14="http://schemas.microsoft.com/office/powerpoint/2010/main" val="3123629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45F60-FD4F-933A-5A98-AC8588EB602D}"/>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94D85A9-3A25-0997-5507-B72CB197625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337932B-3F5B-4E04-FC7D-65F06B1BE086}"/>
              </a:ext>
            </a:extLst>
          </p:cNvPr>
          <p:cNvSpPr>
            <a:spLocks noGrp="1"/>
          </p:cNvSpPr>
          <p:nvPr>
            <p:ph type="dt" sz="half" idx="10"/>
          </p:nvPr>
        </p:nvSpPr>
        <p:spPr/>
        <p:txBody>
          <a:bodyPr/>
          <a:lstStyle/>
          <a:p>
            <a:fld id="{7886992A-25D8-8A42-BC11-A8716482D93F}" type="datetimeFigureOut">
              <a:rPr lang="en-US" smtClean="0"/>
              <a:t>4/7/26</a:t>
            </a:fld>
            <a:endParaRPr lang="en-US"/>
          </a:p>
        </p:txBody>
      </p:sp>
      <p:sp>
        <p:nvSpPr>
          <p:cNvPr id="5" name="Footer Placeholder 4">
            <a:extLst>
              <a:ext uri="{FF2B5EF4-FFF2-40B4-BE49-F238E27FC236}">
                <a16:creationId xmlns:a16="http://schemas.microsoft.com/office/drawing/2014/main" id="{76E17910-3CFF-4D93-8E67-BBA5E8783A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93FE9F-CCAB-266E-8F2D-E0B6A50331E4}"/>
              </a:ext>
            </a:extLst>
          </p:cNvPr>
          <p:cNvSpPr>
            <a:spLocks noGrp="1"/>
          </p:cNvSpPr>
          <p:nvPr>
            <p:ph type="sldNum" sz="quarter" idx="12"/>
          </p:nvPr>
        </p:nvSpPr>
        <p:spPr/>
        <p:txBody>
          <a:bodyPr/>
          <a:lstStyle/>
          <a:p>
            <a:fld id="{822FC529-CDFB-4F40-9FD7-A3EA8A926824}" type="slidenum">
              <a:rPr lang="en-US" smtClean="0"/>
              <a:t>‹#›</a:t>
            </a:fld>
            <a:endParaRPr lang="en-US"/>
          </a:p>
        </p:txBody>
      </p:sp>
    </p:spTree>
    <p:extLst>
      <p:ext uri="{BB962C8B-B14F-4D97-AF65-F5344CB8AC3E}">
        <p14:creationId xmlns:p14="http://schemas.microsoft.com/office/powerpoint/2010/main" val="26848908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20DD33-E604-CF5E-596D-848D9A6F83E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4E2C006-CCF1-27DA-35FB-D42C59EAE5ED}"/>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9CAD1EB-1A49-DF0E-2913-36365B34863C}"/>
              </a:ext>
            </a:extLst>
          </p:cNvPr>
          <p:cNvSpPr>
            <a:spLocks noGrp="1"/>
          </p:cNvSpPr>
          <p:nvPr>
            <p:ph type="dt" sz="half" idx="10"/>
          </p:nvPr>
        </p:nvSpPr>
        <p:spPr/>
        <p:txBody>
          <a:bodyPr/>
          <a:lstStyle/>
          <a:p>
            <a:fld id="{7886992A-25D8-8A42-BC11-A8716482D93F}" type="datetimeFigureOut">
              <a:rPr lang="en-US" smtClean="0"/>
              <a:t>4/7/26</a:t>
            </a:fld>
            <a:endParaRPr lang="en-US"/>
          </a:p>
        </p:txBody>
      </p:sp>
      <p:sp>
        <p:nvSpPr>
          <p:cNvPr id="5" name="Footer Placeholder 4">
            <a:extLst>
              <a:ext uri="{FF2B5EF4-FFF2-40B4-BE49-F238E27FC236}">
                <a16:creationId xmlns:a16="http://schemas.microsoft.com/office/drawing/2014/main" id="{FE587636-CADE-A921-5B46-1949BF58F2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8E858F-2E31-052C-9B4D-1A5FF7AD0B1D}"/>
              </a:ext>
            </a:extLst>
          </p:cNvPr>
          <p:cNvSpPr>
            <a:spLocks noGrp="1"/>
          </p:cNvSpPr>
          <p:nvPr>
            <p:ph type="sldNum" sz="quarter" idx="12"/>
          </p:nvPr>
        </p:nvSpPr>
        <p:spPr/>
        <p:txBody>
          <a:bodyPr/>
          <a:lstStyle/>
          <a:p>
            <a:fld id="{822FC529-CDFB-4F40-9FD7-A3EA8A926824}" type="slidenum">
              <a:rPr lang="en-US" smtClean="0"/>
              <a:t>‹#›</a:t>
            </a:fld>
            <a:endParaRPr lang="en-US"/>
          </a:p>
        </p:txBody>
      </p:sp>
    </p:spTree>
    <p:extLst>
      <p:ext uri="{BB962C8B-B14F-4D97-AF65-F5344CB8AC3E}">
        <p14:creationId xmlns:p14="http://schemas.microsoft.com/office/powerpoint/2010/main" val="15352321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A9E5E2-806A-972D-0DFA-12EB589E365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FBC5A05-98F8-36FA-4E9A-9B166349AD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BB8D597-D704-9687-FA18-EE16F8FBEF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886992A-25D8-8A42-BC11-A8716482D93F}" type="datetimeFigureOut">
              <a:rPr lang="en-US" smtClean="0"/>
              <a:t>4/7/26</a:t>
            </a:fld>
            <a:endParaRPr lang="en-US"/>
          </a:p>
        </p:txBody>
      </p:sp>
      <p:sp>
        <p:nvSpPr>
          <p:cNvPr id="5" name="Footer Placeholder 4">
            <a:extLst>
              <a:ext uri="{FF2B5EF4-FFF2-40B4-BE49-F238E27FC236}">
                <a16:creationId xmlns:a16="http://schemas.microsoft.com/office/drawing/2014/main" id="{B29EC9D6-0D61-342B-C707-6A554AF758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E60EA95-361F-C911-69F9-1854415EC7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22FC529-CDFB-4F40-9FD7-A3EA8A926824}" type="slidenum">
              <a:rPr lang="en-US" smtClean="0"/>
              <a:t>‹#›</a:t>
            </a:fld>
            <a:endParaRPr lang="en-US"/>
          </a:p>
        </p:txBody>
      </p:sp>
    </p:spTree>
    <p:extLst>
      <p:ext uri="{BB962C8B-B14F-4D97-AF65-F5344CB8AC3E}">
        <p14:creationId xmlns:p14="http://schemas.microsoft.com/office/powerpoint/2010/main" val="21282272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AFD31-1917-1AA1-ED25-19E1D4F23815}"/>
              </a:ext>
            </a:extLst>
          </p:cNvPr>
          <p:cNvSpPr>
            <a:spLocks noGrp="1"/>
          </p:cNvSpPr>
          <p:nvPr>
            <p:ph type="ctrTitle"/>
          </p:nvPr>
        </p:nvSpPr>
        <p:spPr/>
        <p:txBody>
          <a:bodyPr/>
          <a:lstStyle/>
          <a:p>
            <a:r>
              <a:rPr lang="en-US" dirty="0"/>
              <a:t>24MAT120</a:t>
            </a:r>
          </a:p>
        </p:txBody>
      </p:sp>
      <p:sp>
        <p:nvSpPr>
          <p:cNvPr id="3" name="Subtitle 2">
            <a:extLst>
              <a:ext uri="{FF2B5EF4-FFF2-40B4-BE49-F238E27FC236}">
                <a16:creationId xmlns:a16="http://schemas.microsoft.com/office/drawing/2014/main" id="{4E4CD298-C4B0-0A77-1ED2-D8964FADB313}"/>
              </a:ext>
            </a:extLst>
          </p:cNvPr>
          <p:cNvSpPr>
            <a:spLocks noGrp="1"/>
          </p:cNvSpPr>
          <p:nvPr>
            <p:ph type="subTitle" idx="1"/>
          </p:nvPr>
        </p:nvSpPr>
        <p:spPr/>
        <p:txBody>
          <a:bodyPr/>
          <a:lstStyle/>
          <a:p>
            <a:r>
              <a:rPr lang="en-US" dirty="0"/>
              <a:t>S2 P and M</a:t>
            </a:r>
          </a:p>
        </p:txBody>
      </p:sp>
    </p:spTree>
    <p:extLst>
      <p:ext uri="{BB962C8B-B14F-4D97-AF65-F5344CB8AC3E}">
        <p14:creationId xmlns:p14="http://schemas.microsoft.com/office/powerpoint/2010/main" val="270579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F35E1-98C6-4E8C-3E49-98ACB8096CE2}"/>
              </a:ext>
            </a:extLst>
          </p:cNvPr>
          <p:cNvSpPr>
            <a:spLocks noGrp="1"/>
          </p:cNvSpPr>
          <p:nvPr>
            <p:ph type="title"/>
          </p:nvPr>
        </p:nvSpPr>
        <p:spPr/>
        <p:txBody>
          <a:bodyPr/>
          <a:lstStyle/>
          <a:p>
            <a:r>
              <a:rPr lang="en-US" dirty="0"/>
              <a:t>Multiple Integrals (SCALAR)</a:t>
            </a:r>
          </a:p>
        </p:txBody>
      </p:sp>
      <p:sp>
        <p:nvSpPr>
          <p:cNvPr id="3" name="Content Placeholder 2">
            <a:extLst>
              <a:ext uri="{FF2B5EF4-FFF2-40B4-BE49-F238E27FC236}">
                <a16:creationId xmlns:a16="http://schemas.microsoft.com/office/drawing/2014/main" id="{95D1E457-9B68-D4B0-E346-FBE840393DBC}"/>
              </a:ext>
            </a:extLst>
          </p:cNvPr>
          <p:cNvSpPr>
            <a:spLocks noGrp="1"/>
          </p:cNvSpPr>
          <p:nvPr>
            <p:ph idx="1"/>
          </p:nvPr>
        </p:nvSpPr>
        <p:spPr>
          <a:xfrm>
            <a:off x="572877" y="1690688"/>
            <a:ext cx="10780923" cy="4486275"/>
          </a:xfrm>
        </p:spPr>
        <p:txBody>
          <a:bodyPr>
            <a:normAutofit fontScale="92500" lnSpcReduction="10000"/>
          </a:bodyPr>
          <a:lstStyle/>
          <a:p>
            <a:r>
              <a:rPr lang="en-IN" dirty="0"/>
              <a:t>We will extend the concept of a definite integral to functions of two and three variables.</a:t>
            </a:r>
          </a:p>
          <a:p>
            <a:r>
              <a:rPr lang="en-IN" dirty="0"/>
              <a:t>Whereas functions of one variable are usually integrated over intervals, functions of two variables are usually integrated over regions in 2-space and functions of three variables over regions in 3-space. </a:t>
            </a:r>
          </a:p>
          <a:p>
            <a:r>
              <a:rPr lang="en-IN" dirty="0"/>
              <a:t>Calculating such integrals will require some new techniques that will be a central focus.</a:t>
            </a:r>
          </a:p>
          <a:p>
            <a:r>
              <a:rPr lang="en-IN" dirty="0"/>
              <a:t>Once we have developed the basic methods for integrating functions of two and three variables, we will show how such integrals can be used to calculate surface areas and volumes of solids.</a:t>
            </a:r>
          </a:p>
          <a:p>
            <a:r>
              <a:rPr lang="en-IN" dirty="0"/>
              <a:t>We will also show how they can be used to find masses and centres of gravity of flat plates and three-dimensional solids.</a:t>
            </a:r>
          </a:p>
        </p:txBody>
      </p:sp>
    </p:spTree>
    <p:extLst>
      <p:ext uri="{BB962C8B-B14F-4D97-AF65-F5344CB8AC3E}">
        <p14:creationId xmlns:p14="http://schemas.microsoft.com/office/powerpoint/2010/main" val="2300545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linds(horizont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linds(horizontal)">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67B3A-3559-BFE5-92B0-AFDB253259AB}"/>
              </a:ext>
            </a:extLst>
          </p:cNvPr>
          <p:cNvSpPr>
            <a:spLocks noGrp="1"/>
          </p:cNvSpPr>
          <p:nvPr>
            <p:ph type="title"/>
          </p:nvPr>
        </p:nvSpPr>
        <p:spPr/>
        <p:txBody>
          <a:bodyPr/>
          <a:lstStyle/>
          <a:p>
            <a:r>
              <a:rPr lang="en-US" dirty="0"/>
              <a:t>Recall SV Integration</a:t>
            </a:r>
          </a:p>
        </p:txBody>
      </p:sp>
      <p:pic>
        <p:nvPicPr>
          <p:cNvPr id="5" name="Content Placeholder 4">
            <a:extLst>
              <a:ext uri="{FF2B5EF4-FFF2-40B4-BE49-F238E27FC236}">
                <a16:creationId xmlns:a16="http://schemas.microsoft.com/office/drawing/2014/main" id="{6A48527E-D2F5-5C5B-C04D-D1EF7AB28DBF}"/>
              </a:ext>
            </a:extLst>
          </p:cNvPr>
          <p:cNvPicPr>
            <a:picLocks noGrp="1" noChangeAspect="1"/>
          </p:cNvPicPr>
          <p:nvPr>
            <p:ph idx="1"/>
          </p:nvPr>
        </p:nvPicPr>
        <p:blipFill>
          <a:blip r:embed="rId2"/>
          <a:stretch>
            <a:fillRect/>
          </a:stretch>
        </p:blipFill>
        <p:spPr>
          <a:xfrm>
            <a:off x="7473021" y="283733"/>
            <a:ext cx="4718979" cy="2813910"/>
          </a:xfrm>
          <a:prstGeom prst="rect">
            <a:avLst/>
          </a:prstGeom>
        </p:spPr>
      </p:pic>
      <p:pic>
        <p:nvPicPr>
          <p:cNvPr id="7" name="Picture 6">
            <a:extLst>
              <a:ext uri="{FF2B5EF4-FFF2-40B4-BE49-F238E27FC236}">
                <a16:creationId xmlns:a16="http://schemas.microsoft.com/office/drawing/2014/main" id="{C534DDEB-7A57-D9AF-089C-DD765CE7E887}"/>
              </a:ext>
            </a:extLst>
          </p:cNvPr>
          <p:cNvPicPr>
            <a:picLocks noChangeAspect="1"/>
          </p:cNvPicPr>
          <p:nvPr/>
        </p:nvPicPr>
        <p:blipFill>
          <a:blip r:embed="rId3"/>
          <a:srcRect l="7435" t="9780" r="7598"/>
          <a:stretch>
            <a:fillRect/>
          </a:stretch>
        </p:blipFill>
        <p:spPr>
          <a:xfrm>
            <a:off x="145143" y="1857828"/>
            <a:ext cx="6604000" cy="4351710"/>
          </a:xfrm>
          <a:prstGeom prst="rect">
            <a:avLst/>
          </a:prstGeom>
        </p:spPr>
      </p:pic>
    </p:spTree>
    <p:extLst>
      <p:ext uri="{BB962C8B-B14F-4D97-AF65-F5344CB8AC3E}">
        <p14:creationId xmlns:p14="http://schemas.microsoft.com/office/powerpoint/2010/main" val="1461891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8AAB51-46E9-8DC2-48FA-404EC6BF6DA5}"/>
              </a:ext>
            </a:extLst>
          </p:cNvPr>
          <p:cNvPicPr>
            <a:picLocks noChangeAspect="1"/>
          </p:cNvPicPr>
          <p:nvPr/>
        </p:nvPicPr>
        <p:blipFill>
          <a:blip r:embed="rId2"/>
          <a:stretch>
            <a:fillRect/>
          </a:stretch>
        </p:blipFill>
        <p:spPr>
          <a:xfrm>
            <a:off x="1001399" y="460294"/>
            <a:ext cx="7772400" cy="2968706"/>
          </a:xfrm>
          <a:prstGeom prst="rect">
            <a:avLst/>
          </a:prstGeom>
        </p:spPr>
      </p:pic>
      <p:pic>
        <p:nvPicPr>
          <p:cNvPr id="4" name="Picture 3">
            <a:extLst>
              <a:ext uri="{FF2B5EF4-FFF2-40B4-BE49-F238E27FC236}">
                <a16:creationId xmlns:a16="http://schemas.microsoft.com/office/drawing/2014/main" id="{3FEF93C1-01F7-801B-C246-EFFEFB6763A7}"/>
              </a:ext>
            </a:extLst>
          </p:cNvPr>
          <p:cNvPicPr>
            <a:picLocks noChangeAspect="1"/>
          </p:cNvPicPr>
          <p:nvPr/>
        </p:nvPicPr>
        <p:blipFill>
          <a:blip r:embed="rId3"/>
          <a:stretch>
            <a:fillRect/>
          </a:stretch>
        </p:blipFill>
        <p:spPr>
          <a:xfrm>
            <a:off x="5909129" y="3889830"/>
            <a:ext cx="5692321" cy="2281076"/>
          </a:xfrm>
          <a:prstGeom prst="rect">
            <a:avLst/>
          </a:prstGeom>
        </p:spPr>
      </p:pic>
    </p:spTree>
    <p:extLst>
      <p:ext uri="{BB962C8B-B14F-4D97-AF65-F5344CB8AC3E}">
        <p14:creationId xmlns:p14="http://schemas.microsoft.com/office/powerpoint/2010/main" val="1208415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DEF7B3E-8AB8-F353-DA27-F936FB3E5DBE}"/>
              </a:ext>
            </a:extLst>
          </p:cNvPr>
          <p:cNvGraphicFramePr>
            <a:graphicFrameLocks noGrp="1"/>
          </p:cNvGraphicFramePr>
          <p:nvPr>
            <p:extLst>
              <p:ext uri="{D42A27DB-BD31-4B8C-83A1-F6EECF244321}">
                <p14:modId xmlns:p14="http://schemas.microsoft.com/office/powerpoint/2010/main" val="1290271186"/>
              </p:ext>
            </p:extLst>
          </p:nvPr>
        </p:nvGraphicFramePr>
        <p:xfrm>
          <a:off x="2031999" y="719665"/>
          <a:ext cx="7939315" cy="4940904"/>
        </p:xfrm>
        <a:graphic>
          <a:graphicData uri="http://schemas.openxmlformats.org/drawingml/2006/table">
            <a:tbl>
              <a:tblPr firstRow="1" bandRow="1">
                <a:tableStyleId>{5C22544A-7EE6-4342-B048-85BDC9FD1C3A}</a:tableStyleId>
              </a:tblPr>
              <a:tblGrid>
                <a:gridCol w="4303486">
                  <a:extLst>
                    <a:ext uri="{9D8B030D-6E8A-4147-A177-3AD203B41FA5}">
                      <a16:colId xmlns:a16="http://schemas.microsoft.com/office/drawing/2014/main" val="3247826125"/>
                    </a:ext>
                  </a:extLst>
                </a:gridCol>
                <a:gridCol w="3635829">
                  <a:extLst>
                    <a:ext uri="{9D8B030D-6E8A-4147-A177-3AD203B41FA5}">
                      <a16:colId xmlns:a16="http://schemas.microsoft.com/office/drawing/2014/main" val="1945680805"/>
                    </a:ext>
                  </a:extLst>
                </a:gridCol>
              </a:tblGrid>
              <a:tr h="823484">
                <a:tc>
                  <a:txBody>
                    <a:bodyPr/>
                    <a:lstStyle/>
                    <a:p>
                      <a:pPr>
                        <a:buNone/>
                      </a:pPr>
                      <a:r>
                        <a:rPr lang="en-IN" dirty="0"/>
                        <a:t>Field</a:t>
                      </a:r>
                    </a:p>
                  </a:txBody>
                  <a:tcPr anchor="ctr"/>
                </a:tc>
                <a:tc>
                  <a:txBody>
                    <a:bodyPr/>
                    <a:lstStyle/>
                    <a:p>
                      <a:pPr>
                        <a:buNone/>
                      </a:pPr>
                      <a:r>
                        <a:rPr lang="en-IN"/>
                        <a:t>Application</a:t>
                      </a:r>
                    </a:p>
                  </a:txBody>
                  <a:tcPr anchor="ctr"/>
                </a:tc>
                <a:extLst>
                  <a:ext uri="{0D108BD9-81ED-4DB2-BD59-A6C34878D82A}">
                    <a16:rowId xmlns:a16="http://schemas.microsoft.com/office/drawing/2014/main" val="3683568721"/>
                  </a:ext>
                </a:extLst>
              </a:tr>
              <a:tr h="823484">
                <a:tc>
                  <a:txBody>
                    <a:bodyPr/>
                    <a:lstStyle/>
                    <a:p>
                      <a:pPr>
                        <a:buNone/>
                      </a:pPr>
                      <a:r>
                        <a:rPr lang="en-IN"/>
                        <a:t>Civil engineering</a:t>
                      </a:r>
                    </a:p>
                  </a:txBody>
                  <a:tcPr anchor="ctr"/>
                </a:tc>
                <a:tc>
                  <a:txBody>
                    <a:bodyPr/>
                    <a:lstStyle/>
                    <a:p>
                      <a:pPr>
                        <a:buNone/>
                      </a:pPr>
                      <a:r>
                        <a:rPr lang="en-IN"/>
                        <a:t>volume of earthwork</a:t>
                      </a:r>
                    </a:p>
                  </a:txBody>
                  <a:tcPr anchor="ctr"/>
                </a:tc>
                <a:extLst>
                  <a:ext uri="{0D108BD9-81ED-4DB2-BD59-A6C34878D82A}">
                    <a16:rowId xmlns:a16="http://schemas.microsoft.com/office/drawing/2014/main" val="2100132831"/>
                  </a:ext>
                </a:extLst>
              </a:tr>
              <a:tr h="823484">
                <a:tc>
                  <a:txBody>
                    <a:bodyPr/>
                    <a:lstStyle/>
                    <a:p>
                      <a:pPr>
                        <a:buNone/>
                      </a:pPr>
                      <a:r>
                        <a:rPr lang="en-IN"/>
                        <a:t>Meteorology</a:t>
                      </a:r>
                    </a:p>
                  </a:txBody>
                  <a:tcPr anchor="ctr"/>
                </a:tc>
                <a:tc>
                  <a:txBody>
                    <a:bodyPr/>
                    <a:lstStyle/>
                    <a:p>
                      <a:pPr>
                        <a:buNone/>
                      </a:pPr>
                      <a:r>
                        <a:rPr lang="en-IN"/>
                        <a:t>rainfall over region</a:t>
                      </a:r>
                    </a:p>
                  </a:txBody>
                  <a:tcPr anchor="ctr"/>
                </a:tc>
                <a:extLst>
                  <a:ext uri="{0D108BD9-81ED-4DB2-BD59-A6C34878D82A}">
                    <a16:rowId xmlns:a16="http://schemas.microsoft.com/office/drawing/2014/main" val="2978467588"/>
                  </a:ext>
                </a:extLst>
              </a:tr>
              <a:tr h="823484">
                <a:tc>
                  <a:txBody>
                    <a:bodyPr/>
                    <a:lstStyle/>
                    <a:p>
                      <a:pPr>
                        <a:buNone/>
                      </a:pPr>
                      <a:r>
                        <a:rPr lang="en-IN"/>
                        <a:t>Physics</a:t>
                      </a:r>
                    </a:p>
                  </a:txBody>
                  <a:tcPr anchor="ctr"/>
                </a:tc>
                <a:tc>
                  <a:txBody>
                    <a:bodyPr/>
                    <a:lstStyle/>
                    <a:p>
                      <a:pPr>
                        <a:buNone/>
                      </a:pPr>
                      <a:r>
                        <a:rPr lang="en-IN"/>
                        <a:t>mass, center of mass</a:t>
                      </a:r>
                    </a:p>
                  </a:txBody>
                  <a:tcPr anchor="ctr"/>
                </a:tc>
                <a:extLst>
                  <a:ext uri="{0D108BD9-81ED-4DB2-BD59-A6C34878D82A}">
                    <a16:rowId xmlns:a16="http://schemas.microsoft.com/office/drawing/2014/main" val="3499536351"/>
                  </a:ext>
                </a:extLst>
              </a:tr>
              <a:tr h="823484">
                <a:tc>
                  <a:txBody>
                    <a:bodyPr/>
                    <a:lstStyle/>
                    <a:p>
                      <a:pPr>
                        <a:buNone/>
                      </a:pPr>
                      <a:r>
                        <a:rPr lang="en-IN"/>
                        <a:t>Economics</a:t>
                      </a:r>
                    </a:p>
                  </a:txBody>
                  <a:tcPr anchor="ctr"/>
                </a:tc>
                <a:tc>
                  <a:txBody>
                    <a:bodyPr/>
                    <a:lstStyle/>
                    <a:p>
                      <a:pPr>
                        <a:buNone/>
                      </a:pPr>
                      <a:r>
                        <a:rPr lang="en-IN"/>
                        <a:t>total cost over region</a:t>
                      </a:r>
                    </a:p>
                  </a:txBody>
                  <a:tcPr anchor="ctr"/>
                </a:tc>
                <a:extLst>
                  <a:ext uri="{0D108BD9-81ED-4DB2-BD59-A6C34878D82A}">
                    <a16:rowId xmlns:a16="http://schemas.microsoft.com/office/drawing/2014/main" val="1248248965"/>
                  </a:ext>
                </a:extLst>
              </a:tr>
              <a:tr h="823484">
                <a:tc>
                  <a:txBody>
                    <a:bodyPr/>
                    <a:lstStyle/>
                    <a:p>
                      <a:pPr>
                        <a:buNone/>
                      </a:pPr>
                      <a:r>
                        <a:rPr lang="en-IN"/>
                        <a:t>Medical imaging</a:t>
                      </a:r>
                    </a:p>
                  </a:txBody>
                  <a:tcPr anchor="ctr"/>
                </a:tc>
                <a:tc>
                  <a:txBody>
                    <a:bodyPr/>
                    <a:lstStyle/>
                    <a:p>
                      <a:pPr>
                        <a:buNone/>
                      </a:pPr>
                      <a:r>
                        <a:rPr lang="en-IN" dirty="0"/>
                        <a:t>density mapping</a:t>
                      </a:r>
                    </a:p>
                  </a:txBody>
                  <a:tcPr anchor="ctr"/>
                </a:tc>
                <a:extLst>
                  <a:ext uri="{0D108BD9-81ED-4DB2-BD59-A6C34878D82A}">
                    <a16:rowId xmlns:a16="http://schemas.microsoft.com/office/drawing/2014/main" val="81175311"/>
                  </a:ext>
                </a:extLst>
              </a:tr>
            </a:tbl>
          </a:graphicData>
        </a:graphic>
      </p:graphicFrame>
    </p:spTree>
    <p:extLst>
      <p:ext uri="{BB962C8B-B14F-4D97-AF65-F5344CB8AC3E}">
        <p14:creationId xmlns:p14="http://schemas.microsoft.com/office/powerpoint/2010/main" val="21895058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7CDFD-07E6-E6DC-4CB4-1092DE5ECABF}"/>
              </a:ext>
            </a:extLst>
          </p:cNvPr>
          <p:cNvSpPr>
            <a:spLocks noGrp="1"/>
          </p:cNvSpPr>
          <p:nvPr>
            <p:ph type="title"/>
          </p:nvPr>
        </p:nvSpPr>
        <p:spPr>
          <a:xfrm>
            <a:off x="353458" y="51545"/>
            <a:ext cx="10515600" cy="1325563"/>
          </a:xfrm>
        </p:spPr>
        <p:txBody>
          <a:bodyPr/>
          <a:lstStyle/>
          <a:p>
            <a:r>
              <a:rPr lang="en-IN" dirty="0"/>
              <a:t>Double Integrals</a:t>
            </a:r>
            <a:endParaRPr lang="en-US"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FA7D371-4FF6-87BE-690E-4CA7DD7125BF}"/>
                  </a:ext>
                </a:extLst>
              </p:cNvPr>
              <p:cNvSpPr>
                <a:spLocks noGrp="1"/>
              </p:cNvSpPr>
              <p:nvPr>
                <p:ph idx="1"/>
              </p:nvPr>
            </p:nvSpPr>
            <p:spPr>
              <a:xfrm>
                <a:off x="198304" y="1377108"/>
                <a:ext cx="7943161" cy="5429347"/>
              </a:xfrm>
            </p:spPr>
            <p:txBody>
              <a:bodyPr>
                <a:normAutofit fontScale="85000" lnSpcReduction="20000"/>
              </a:bodyPr>
              <a:lstStyle/>
              <a:p>
                <a:r>
                  <a:rPr lang="en-US" dirty="0"/>
                  <a:t>We begin our investigation of double integrals by considering the simplest type of planar region, a rectangle. </a:t>
                </a:r>
              </a:p>
              <a:p>
                <a:r>
                  <a:rPr lang="en-US" dirty="0"/>
                  <a:t>We consider a function </a:t>
                </a:r>
                <a:r>
                  <a:rPr lang="en-US" dirty="0" err="1"/>
                  <a:t>ƒ</a:t>
                </a:r>
                <a:r>
                  <a:rPr lang="en-US" dirty="0"/>
                  <a:t>(x, y) defined on a rectangular region R, </a:t>
                </a:r>
              </a:p>
              <a:p>
                <a:pPr marL="0" indent="0">
                  <a:buNone/>
                </a:pPr>
                <a14:m>
                  <m:oMath xmlns:m="http://schemas.openxmlformats.org/officeDocument/2006/math">
                    <m:r>
                      <a:rPr lang="en-US" i="1" dirty="0" smtClean="0">
                        <a:latin typeface="Cambria Math" panose="02040503050406030204" pitchFamily="18" charset="0"/>
                      </a:rPr>
                      <m:t>𝑅</m:t>
                    </m:r>
                    <m:r>
                      <a:rPr lang="en-US" i="1" dirty="0" smtClean="0">
                        <a:latin typeface="Cambria Math" panose="02040503050406030204" pitchFamily="18" charset="0"/>
                      </a:rPr>
                      <m:t>: </m:t>
                    </m:r>
                    <m:r>
                      <a:rPr lang="en-US" i="1" dirty="0" smtClean="0">
                        <a:latin typeface="Cambria Math" panose="02040503050406030204" pitchFamily="18" charset="0"/>
                      </a:rPr>
                      <m:t>𝑎</m:t>
                    </m:r>
                    <m:r>
                      <a:rPr lang="en-US" i="1" dirty="0" smtClean="0">
                        <a:latin typeface="Cambria Math" panose="02040503050406030204" pitchFamily="18" charset="0"/>
                      </a:rPr>
                      <m:t> ≤ </m:t>
                    </m:r>
                    <m:r>
                      <a:rPr lang="en-US" i="1" dirty="0" smtClean="0">
                        <a:latin typeface="Cambria Math" panose="02040503050406030204" pitchFamily="18" charset="0"/>
                      </a:rPr>
                      <m:t>𝑥</m:t>
                    </m:r>
                    <m:r>
                      <a:rPr lang="en-US" i="1" dirty="0" smtClean="0">
                        <a:latin typeface="Cambria Math" panose="02040503050406030204" pitchFamily="18" charset="0"/>
                        <a:ea typeface="Cambria Math" panose="02040503050406030204" pitchFamily="18" charset="0"/>
                      </a:rPr>
                      <m:t>≤</m:t>
                    </m:r>
                    <m:r>
                      <a:rPr lang="en-US" i="1" dirty="0" smtClean="0">
                        <a:latin typeface="Cambria Math" panose="02040503050406030204" pitchFamily="18" charset="0"/>
                      </a:rPr>
                      <m:t>𝑏</m:t>
                    </m:r>
                    <m:r>
                      <a:rPr lang="en-US" i="1" dirty="0" smtClean="0">
                        <a:latin typeface="Cambria Math" panose="02040503050406030204" pitchFamily="18" charset="0"/>
                      </a:rPr>
                      <m:t>, </m:t>
                    </m:r>
                    <m:r>
                      <a:rPr lang="en-US" i="1" dirty="0" smtClean="0">
                        <a:latin typeface="Cambria Math" panose="02040503050406030204" pitchFamily="18" charset="0"/>
                      </a:rPr>
                      <m:t>𝑐</m:t>
                    </m:r>
                    <m:r>
                      <a:rPr lang="en-US" i="1" dirty="0" smtClean="0">
                        <a:latin typeface="Cambria Math" panose="02040503050406030204" pitchFamily="18" charset="0"/>
                        <a:ea typeface="Cambria Math" panose="02040503050406030204" pitchFamily="18" charset="0"/>
                      </a:rPr>
                      <m:t>≤</m:t>
                    </m:r>
                    <m:r>
                      <a:rPr lang="en-US" i="1" dirty="0" smtClean="0">
                        <a:latin typeface="Cambria Math" panose="02040503050406030204" pitchFamily="18" charset="0"/>
                      </a:rPr>
                      <m:t>𝑦</m:t>
                    </m:r>
                    <m:r>
                      <a:rPr lang="en-US" i="1" dirty="0" smtClean="0">
                        <a:latin typeface="Cambria Math" panose="02040503050406030204" pitchFamily="18" charset="0"/>
                        <a:ea typeface="Cambria Math" panose="02040503050406030204" pitchFamily="18" charset="0"/>
                      </a:rPr>
                      <m:t>≤</m:t>
                    </m:r>
                    <m:r>
                      <a:rPr lang="en-US" i="1" dirty="0" smtClean="0">
                        <a:latin typeface="Cambria Math" panose="02040503050406030204" pitchFamily="18" charset="0"/>
                      </a:rPr>
                      <m:t>𝑑</m:t>
                    </m:r>
                    <m:r>
                      <a:rPr lang="en-US" i="1" dirty="0" smtClean="0">
                        <a:latin typeface="Cambria Math" panose="02040503050406030204" pitchFamily="18" charset="0"/>
                      </a:rPr>
                      <m:t>. </m:t>
                    </m:r>
                  </m:oMath>
                </a14:m>
              </a:p>
              <a:p>
                <a:r>
                  <a:rPr lang="en-US" dirty="0"/>
                  <a:t>We subdivide R into small rectangles using a network of lines parallel to the x- and y-axes (Figure 15.1). </a:t>
                </a:r>
              </a:p>
              <a:p>
                <a:r>
                  <a:rPr lang="en-US" dirty="0"/>
                  <a:t>The lines divide R into n rectangular pieces, where the number of such pieces n gets large as the width and height of each piece gets small. </a:t>
                </a:r>
              </a:p>
              <a:p>
                <a:r>
                  <a:rPr lang="en-US" dirty="0"/>
                  <a:t>These rectangles form </a:t>
                </a:r>
                <a:r>
                  <a:rPr lang="en-IN" dirty="0"/>
                  <a:t>a partition of R. </a:t>
                </a:r>
              </a:p>
              <a:p>
                <a:r>
                  <a:rPr lang="en-IN" dirty="0"/>
                  <a:t>A small rectangular piece of width ∆x and height ∆y has area ∆A= ∆</a:t>
                </a:r>
                <a:r>
                  <a:rPr lang="en-IN" dirty="0" err="1"/>
                  <a:t>x∆y</a:t>
                </a:r>
                <a:r>
                  <a:rPr lang="en-IN" dirty="0"/>
                  <a:t>.</a:t>
                </a:r>
              </a:p>
              <a:p>
                <a:r>
                  <a:rPr lang="en-IN" dirty="0"/>
                  <a:t>If we number the small pieces partitioning R in some order, then their areas are given by numbers ∆A1, ∆A2, . . . , ∆An , where ∆Ak is the area of the kth small rectangle.</a:t>
                </a:r>
              </a:p>
              <a:p>
                <a:endParaRPr lang="en-US" dirty="0"/>
              </a:p>
            </p:txBody>
          </p:sp>
        </mc:Choice>
        <mc:Fallback>
          <p:sp>
            <p:nvSpPr>
              <p:cNvPr id="3" name="Content Placeholder 2">
                <a:extLst>
                  <a:ext uri="{FF2B5EF4-FFF2-40B4-BE49-F238E27FC236}">
                    <a16:creationId xmlns:a16="http://schemas.microsoft.com/office/drawing/2014/main" id="{7FA7D371-4FF6-87BE-690E-4CA7DD7125BF}"/>
                  </a:ext>
                </a:extLst>
              </p:cNvPr>
              <p:cNvSpPr>
                <a:spLocks noGrp="1" noRot="1" noChangeAspect="1" noMove="1" noResize="1" noEditPoints="1" noAdjustHandles="1" noChangeArrowheads="1" noChangeShapeType="1" noTextEdit="1"/>
              </p:cNvSpPr>
              <p:nvPr>
                <p:ph idx="1"/>
              </p:nvPr>
            </p:nvSpPr>
            <p:spPr>
              <a:xfrm>
                <a:off x="198304" y="1377108"/>
                <a:ext cx="7943161" cy="5429347"/>
              </a:xfrm>
              <a:blipFill>
                <a:blip r:embed="rId2"/>
                <a:stretch>
                  <a:fillRect l="-957" t="-2564" r="-1435"/>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6224AC11-2344-C92D-F07C-9F5D17DF6814}"/>
              </a:ext>
            </a:extLst>
          </p:cNvPr>
          <p:cNvPicPr>
            <a:picLocks noChangeAspect="1"/>
          </p:cNvPicPr>
          <p:nvPr/>
        </p:nvPicPr>
        <p:blipFill>
          <a:blip r:embed="rId3"/>
          <a:stretch>
            <a:fillRect/>
          </a:stretch>
        </p:blipFill>
        <p:spPr>
          <a:xfrm>
            <a:off x="7926636" y="1555750"/>
            <a:ext cx="3962400" cy="3746500"/>
          </a:xfrm>
          <a:prstGeom prst="rect">
            <a:avLst/>
          </a:prstGeom>
        </p:spPr>
      </p:pic>
    </p:spTree>
    <p:extLst>
      <p:ext uri="{BB962C8B-B14F-4D97-AF65-F5344CB8AC3E}">
        <p14:creationId xmlns:p14="http://schemas.microsoft.com/office/powerpoint/2010/main" val="4294830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58D1451-CC36-AE0F-942B-D0D000A8B685}"/>
              </a:ext>
            </a:extLst>
          </p:cNvPr>
          <p:cNvPicPr>
            <a:picLocks noChangeAspect="1"/>
          </p:cNvPicPr>
          <p:nvPr/>
        </p:nvPicPr>
        <p:blipFill>
          <a:blip r:embed="rId2"/>
          <a:srcRect t="3265"/>
          <a:stretch>
            <a:fillRect/>
          </a:stretch>
        </p:blipFill>
        <p:spPr>
          <a:xfrm>
            <a:off x="643467" y="1915886"/>
            <a:ext cx="10905066" cy="2320786"/>
          </a:xfrm>
          <a:prstGeom prst="rect">
            <a:avLst/>
          </a:prstGeom>
        </p:spPr>
      </p:pic>
    </p:spTree>
    <p:extLst>
      <p:ext uri="{BB962C8B-B14F-4D97-AF65-F5344CB8AC3E}">
        <p14:creationId xmlns:p14="http://schemas.microsoft.com/office/powerpoint/2010/main" val="28588221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F0FD5AD-9F6C-6DCE-6392-1AE0C40ACFB5}"/>
              </a:ext>
            </a:extLst>
          </p:cNvPr>
          <p:cNvPicPr>
            <a:picLocks noChangeAspect="1"/>
          </p:cNvPicPr>
          <p:nvPr/>
        </p:nvPicPr>
        <p:blipFill>
          <a:blip r:embed="rId2"/>
          <a:srcRect t="1716"/>
          <a:stretch>
            <a:fillRect/>
          </a:stretch>
        </p:blipFill>
        <p:spPr>
          <a:xfrm>
            <a:off x="643467" y="1625600"/>
            <a:ext cx="10905066" cy="3670892"/>
          </a:xfrm>
          <a:prstGeom prst="rect">
            <a:avLst/>
          </a:prstGeom>
        </p:spPr>
      </p:pic>
    </p:spTree>
    <p:extLst>
      <p:ext uri="{BB962C8B-B14F-4D97-AF65-F5344CB8AC3E}">
        <p14:creationId xmlns:p14="http://schemas.microsoft.com/office/powerpoint/2010/main" val="11841037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661C5CA-6569-7BF9-9592-BD520CF19C90}"/>
              </a:ext>
            </a:extLst>
          </p:cNvPr>
          <p:cNvPicPr>
            <a:picLocks noChangeAspect="1"/>
          </p:cNvPicPr>
          <p:nvPr/>
        </p:nvPicPr>
        <p:blipFill>
          <a:blip r:embed="rId2"/>
          <a:srcRect l="4845" t="6977"/>
          <a:stretch>
            <a:fillRect/>
          </a:stretch>
        </p:blipFill>
        <p:spPr>
          <a:xfrm>
            <a:off x="2351313" y="783771"/>
            <a:ext cx="7126515" cy="1741714"/>
          </a:xfrm>
          <a:prstGeom prst="rect">
            <a:avLst/>
          </a:prstGeom>
        </p:spPr>
      </p:pic>
      <p:pic>
        <p:nvPicPr>
          <p:cNvPr id="5" name="Picture 4">
            <a:extLst>
              <a:ext uri="{FF2B5EF4-FFF2-40B4-BE49-F238E27FC236}">
                <a16:creationId xmlns:a16="http://schemas.microsoft.com/office/drawing/2014/main" id="{0D09F672-DA9D-A880-13B2-5868B80DB804}"/>
              </a:ext>
            </a:extLst>
          </p:cNvPr>
          <p:cNvPicPr>
            <a:picLocks noChangeAspect="1"/>
          </p:cNvPicPr>
          <p:nvPr/>
        </p:nvPicPr>
        <p:blipFill>
          <a:blip r:embed="rId3"/>
          <a:srcRect t="5394"/>
          <a:stretch>
            <a:fillRect/>
          </a:stretch>
        </p:blipFill>
        <p:spPr>
          <a:xfrm>
            <a:off x="1765299" y="3323771"/>
            <a:ext cx="7469565" cy="2481942"/>
          </a:xfrm>
          <a:prstGeom prst="rect">
            <a:avLst/>
          </a:prstGeom>
        </p:spPr>
      </p:pic>
    </p:spTree>
    <p:extLst>
      <p:ext uri="{BB962C8B-B14F-4D97-AF65-F5344CB8AC3E}">
        <p14:creationId xmlns:p14="http://schemas.microsoft.com/office/powerpoint/2010/main" val="4051470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CF5F805-1D8C-8067-EB5B-B9CECB5F88F7}"/>
              </a:ext>
            </a:extLst>
          </p:cNvPr>
          <p:cNvPicPr>
            <a:picLocks noChangeAspect="1"/>
          </p:cNvPicPr>
          <p:nvPr/>
        </p:nvPicPr>
        <p:blipFill>
          <a:blip r:embed="rId2"/>
          <a:stretch>
            <a:fillRect/>
          </a:stretch>
        </p:blipFill>
        <p:spPr>
          <a:xfrm>
            <a:off x="2320471" y="2359950"/>
            <a:ext cx="4330700" cy="965200"/>
          </a:xfrm>
          <a:prstGeom prst="rect">
            <a:avLst/>
          </a:prstGeom>
        </p:spPr>
      </p:pic>
      <p:pic>
        <p:nvPicPr>
          <p:cNvPr id="7" name="Picture 6">
            <a:extLst>
              <a:ext uri="{FF2B5EF4-FFF2-40B4-BE49-F238E27FC236}">
                <a16:creationId xmlns:a16="http://schemas.microsoft.com/office/drawing/2014/main" id="{11E66BEE-1381-69AA-C782-C8D5149B78DC}"/>
              </a:ext>
            </a:extLst>
          </p:cNvPr>
          <p:cNvPicPr>
            <a:picLocks noChangeAspect="1"/>
          </p:cNvPicPr>
          <p:nvPr/>
        </p:nvPicPr>
        <p:blipFill>
          <a:blip r:embed="rId3"/>
          <a:stretch>
            <a:fillRect/>
          </a:stretch>
        </p:blipFill>
        <p:spPr>
          <a:xfrm>
            <a:off x="3875314" y="3466350"/>
            <a:ext cx="2921000" cy="825500"/>
          </a:xfrm>
          <a:prstGeom prst="rect">
            <a:avLst/>
          </a:prstGeom>
        </p:spPr>
      </p:pic>
      <p:pic>
        <p:nvPicPr>
          <p:cNvPr id="9" name="Picture 8">
            <a:extLst>
              <a:ext uri="{FF2B5EF4-FFF2-40B4-BE49-F238E27FC236}">
                <a16:creationId xmlns:a16="http://schemas.microsoft.com/office/drawing/2014/main" id="{D41B6F85-295A-F664-A4F7-454D65F436CD}"/>
              </a:ext>
            </a:extLst>
          </p:cNvPr>
          <p:cNvPicPr>
            <a:picLocks noChangeAspect="1"/>
          </p:cNvPicPr>
          <p:nvPr/>
        </p:nvPicPr>
        <p:blipFill>
          <a:blip r:embed="rId4"/>
          <a:stretch>
            <a:fillRect/>
          </a:stretch>
        </p:blipFill>
        <p:spPr>
          <a:xfrm>
            <a:off x="3772807" y="4433050"/>
            <a:ext cx="2146300" cy="876300"/>
          </a:xfrm>
          <a:prstGeom prst="rect">
            <a:avLst/>
          </a:prstGeom>
        </p:spPr>
      </p:pic>
      <p:pic>
        <p:nvPicPr>
          <p:cNvPr id="11" name="Picture 10">
            <a:extLst>
              <a:ext uri="{FF2B5EF4-FFF2-40B4-BE49-F238E27FC236}">
                <a16:creationId xmlns:a16="http://schemas.microsoft.com/office/drawing/2014/main" id="{A5BE570B-6EFD-6CB2-1BC6-476A418C588E}"/>
              </a:ext>
            </a:extLst>
          </p:cNvPr>
          <p:cNvPicPr>
            <a:picLocks noChangeAspect="1"/>
          </p:cNvPicPr>
          <p:nvPr/>
        </p:nvPicPr>
        <p:blipFill>
          <a:blip r:embed="rId5"/>
          <a:stretch>
            <a:fillRect/>
          </a:stretch>
        </p:blipFill>
        <p:spPr>
          <a:xfrm>
            <a:off x="3772807" y="5568950"/>
            <a:ext cx="1917700" cy="787400"/>
          </a:xfrm>
          <a:prstGeom prst="rect">
            <a:avLst/>
          </a:prstGeom>
        </p:spPr>
      </p:pic>
      <p:pic>
        <p:nvPicPr>
          <p:cNvPr id="13" name="Picture 12">
            <a:extLst>
              <a:ext uri="{FF2B5EF4-FFF2-40B4-BE49-F238E27FC236}">
                <a16:creationId xmlns:a16="http://schemas.microsoft.com/office/drawing/2014/main" id="{9253FDAD-8870-873B-9E1B-550A84633AEB}"/>
              </a:ext>
            </a:extLst>
          </p:cNvPr>
          <p:cNvPicPr>
            <a:picLocks noChangeAspect="1"/>
          </p:cNvPicPr>
          <p:nvPr/>
        </p:nvPicPr>
        <p:blipFill>
          <a:blip r:embed="rId6"/>
          <a:stretch>
            <a:fillRect/>
          </a:stretch>
        </p:blipFill>
        <p:spPr>
          <a:xfrm>
            <a:off x="5822950" y="5676900"/>
            <a:ext cx="863600" cy="571500"/>
          </a:xfrm>
          <a:prstGeom prst="rect">
            <a:avLst/>
          </a:prstGeom>
        </p:spPr>
      </p:pic>
      <p:pic>
        <p:nvPicPr>
          <p:cNvPr id="14" name="Picture 13">
            <a:extLst>
              <a:ext uri="{FF2B5EF4-FFF2-40B4-BE49-F238E27FC236}">
                <a16:creationId xmlns:a16="http://schemas.microsoft.com/office/drawing/2014/main" id="{7BCD741B-94DA-FAEB-35A2-18EFB07CA22C}"/>
              </a:ext>
            </a:extLst>
          </p:cNvPr>
          <p:cNvPicPr>
            <a:picLocks noChangeAspect="1"/>
          </p:cNvPicPr>
          <p:nvPr/>
        </p:nvPicPr>
        <p:blipFill>
          <a:blip r:embed="rId7"/>
          <a:stretch>
            <a:fillRect/>
          </a:stretch>
        </p:blipFill>
        <p:spPr>
          <a:xfrm>
            <a:off x="370417" y="357767"/>
            <a:ext cx="10905066" cy="1690283"/>
          </a:xfrm>
          <a:prstGeom prst="rect">
            <a:avLst/>
          </a:prstGeom>
        </p:spPr>
      </p:pic>
    </p:spTree>
    <p:extLst>
      <p:ext uri="{BB962C8B-B14F-4D97-AF65-F5344CB8AC3E}">
        <p14:creationId xmlns:p14="http://schemas.microsoft.com/office/powerpoint/2010/main" val="649522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A33181-4F99-521B-28FF-13F193EC1E78}"/>
              </a:ext>
            </a:extLst>
          </p:cNvPr>
          <p:cNvPicPr>
            <a:picLocks noChangeAspect="1"/>
          </p:cNvPicPr>
          <p:nvPr/>
        </p:nvPicPr>
        <p:blipFill>
          <a:blip r:embed="rId2"/>
          <a:stretch>
            <a:fillRect/>
          </a:stretch>
        </p:blipFill>
        <p:spPr>
          <a:xfrm>
            <a:off x="638628" y="1959430"/>
            <a:ext cx="11332495" cy="1785256"/>
          </a:xfrm>
          <a:prstGeom prst="rect">
            <a:avLst/>
          </a:prstGeom>
        </p:spPr>
      </p:pic>
    </p:spTree>
    <p:extLst>
      <p:ext uri="{BB962C8B-B14F-4D97-AF65-F5344CB8AC3E}">
        <p14:creationId xmlns:p14="http://schemas.microsoft.com/office/powerpoint/2010/main" val="2230093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8B3289A-59BF-01A8-7BA7-CC50EE315572}"/>
              </a:ext>
            </a:extLst>
          </p:cNvPr>
          <p:cNvPicPr>
            <a:picLocks noChangeAspect="1"/>
          </p:cNvPicPr>
          <p:nvPr/>
        </p:nvPicPr>
        <p:blipFill>
          <a:blip r:embed="rId2"/>
          <a:stretch>
            <a:fillRect/>
          </a:stretch>
        </p:blipFill>
        <p:spPr>
          <a:xfrm>
            <a:off x="154215" y="173264"/>
            <a:ext cx="5535386" cy="3275512"/>
          </a:xfrm>
          <a:prstGeom prst="rect">
            <a:avLst/>
          </a:prstGeom>
        </p:spPr>
      </p:pic>
      <p:pic>
        <p:nvPicPr>
          <p:cNvPr id="7" name="Picture 6">
            <a:extLst>
              <a:ext uri="{FF2B5EF4-FFF2-40B4-BE49-F238E27FC236}">
                <a16:creationId xmlns:a16="http://schemas.microsoft.com/office/drawing/2014/main" id="{1D26D192-603E-11F6-2CBC-5DC5B9CBF31C}"/>
              </a:ext>
            </a:extLst>
          </p:cNvPr>
          <p:cNvPicPr>
            <a:picLocks noChangeAspect="1"/>
          </p:cNvPicPr>
          <p:nvPr/>
        </p:nvPicPr>
        <p:blipFill>
          <a:blip r:embed="rId3"/>
          <a:stretch>
            <a:fillRect/>
          </a:stretch>
        </p:blipFill>
        <p:spPr>
          <a:xfrm>
            <a:off x="5291364" y="3252107"/>
            <a:ext cx="6349093" cy="2976455"/>
          </a:xfrm>
          <a:prstGeom prst="rect">
            <a:avLst/>
          </a:prstGeom>
        </p:spPr>
      </p:pic>
    </p:spTree>
    <p:extLst>
      <p:ext uri="{BB962C8B-B14F-4D97-AF65-F5344CB8AC3E}">
        <p14:creationId xmlns:p14="http://schemas.microsoft.com/office/powerpoint/2010/main" val="2100995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9C26E95-86A0-11F0-A566-65008619E623}"/>
              </a:ext>
            </a:extLst>
          </p:cNvPr>
          <p:cNvPicPr>
            <a:picLocks noChangeAspect="1"/>
          </p:cNvPicPr>
          <p:nvPr/>
        </p:nvPicPr>
        <p:blipFill>
          <a:blip r:embed="rId2"/>
          <a:stretch>
            <a:fillRect/>
          </a:stretch>
        </p:blipFill>
        <p:spPr>
          <a:xfrm>
            <a:off x="3041650" y="1149350"/>
            <a:ext cx="6108700" cy="4559300"/>
          </a:xfrm>
          <a:prstGeom prst="rect">
            <a:avLst/>
          </a:prstGeom>
        </p:spPr>
      </p:pic>
    </p:spTree>
    <p:extLst>
      <p:ext uri="{BB962C8B-B14F-4D97-AF65-F5344CB8AC3E}">
        <p14:creationId xmlns:p14="http://schemas.microsoft.com/office/powerpoint/2010/main" val="8712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199</TotalTime>
  <Words>336</Words>
  <Application>Microsoft Macintosh PowerPoint</Application>
  <PresentationFormat>Widescreen</PresentationFormat>
  <Paragraphs>30</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Arial</vt:lpstr>
      <vt:lpstr>Cambria Math</vt:lpstr>
      <vt:lpstr>Office Theme</vt:lpstr>
      <vt:lpstr>24MAT120</vt:lpstr>
      <vt:lpstr>Multiple Integrals (SCALAR)</vt:lpstr>
      <vt:lpstr>Recall SV Integration</vt:lpstr>
      <vt:lpstr>PowerPoint Presentation</vt:lpstr>
      <vt:lpstr>PowerPoint Presentation</vt:lpstr>
      <vt:lpstr>Double Integrals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Sreedeep C D</dc:creator>
  <cp:lastModifiedBy>Sreedeep C D</cp:lastModifiedBy>
  <cp:revision>2</cp:revision>
  <dcterms:created xsi:type="dcterms:W3CDTF">2026-04-07T06:04:02Z</dcterms:created>
  <dcterms:modified xsi:type="dcterms:W3CDTF">2026-04-07T09:23:17Z</dcterms:modified>
</cp:coreProperties>
</file>