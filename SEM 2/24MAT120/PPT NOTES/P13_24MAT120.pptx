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 varScale="1">
        <p:scale>
          <a:sx n="88" d="100"/>
          <a:sy n="88" d="100"/>
        </p:scale>
        <p:origin x="17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1445F-4993-B0E4-E531-3CE4E9F6D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B3D6E-B647-B4A2-A156-C0F15175D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2CE38-25A8-EE26-2EF0-5D781C6DE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1945-38A9-594E-AA19-B8326BC5C67A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414BC-E672-809B-995C-E3B158DB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A63AA-6CA1-208C-0237-7172E73A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96A7A-A287-1942-A971-0161D8E62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4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0B884-7C8A-98AF-9535-079059BF0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C1B6D-CCFE-9441-4D1F-36FE47CA8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319D9-7C18-772A-ECC2-ECCE7C8B3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1945-38A9-594E-AA19-B8326BC5C67A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A44A7-72B0-9965-A28E-3516B0E69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E9A24-879B-D46C-89F0-29261DD29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96A7A-A287-1942-A971-0161D8E62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53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5288-3888-FBE1-3F00-92C1A22F3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413F1-B8A8-E38C-D600-9A0F38794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6A030-74A3-CD3E-D42C-4F801F7E4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1945-38A9-594E-AA19-B8326BC5C67A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328B6-8ACF-94F0-0B19-607EA8C70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845A9-CBD3-A16A-4984-F3691F98D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96A7A-A287-1942-A971-0161D8E62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35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0AB2-4C2A-C7F2-CC86-744711644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AB4CF-C763-144D-4774-D3F7410C3C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ED08E-53AF-204A-DAF4-678749384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5B785-3526-1A76-FA61-90E35564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1945-38A9-594E-AA19-B8326BC5C67A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FFC81-6162-B888-5616-B754F6F7C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2435C-0FC7-6A5E-3C4C-FA2B109F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96A7A-A287-1942-A971-0161D8E62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38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B4EF5-4801-4BFD-E181-7651FEBD2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E9595-17D0-7129-3463-EBEECD10C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9EECA-80BA-8E24-6F9D-DDE6415B0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F4E2E-BF91-9C69-9705-7C9029E4A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EE2ADC-6C0D-BD28-C995-FAA2B948B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CAAD0A-6928-2DD4-5388-16F7B97F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1945-38A9-594E-AA19-B8326BC5C67A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04F88-BC5B-742D-BC0C-34E5A40BC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70D5A9-BC49-FFD2-6547-9902E8532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96A7A-A287-1942-A971-0161D8E62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93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F6B4-3FBA-74A2-0A69-80A671734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7D793-CFEC-7826-5D79-CCFB8A4B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1945-38A9-594E-AA19-B8326BC5C67A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070054-D833-BA8D-7A84-7B1CF4FCB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41C4BF-F19E-A764-5135-F1AB9ACA3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96A7A-A287-1942-A971-0161D8E62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BD6B15-8783-64DF-491A-168BE33B4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1945-38A9-594E-AA19-B8326BC5C67A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1DDFD6-6A2A-24A0-7D80-2A9ECC03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92A18-9516-7C05-DC5C-E1F481971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96A7A-A287-1942-A971-0161D8E62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67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CD11A-3043-6E5E-D7C8-766C73218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47E52-7366-0033-B5D8-2506DE0F0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0D9CB-2AAF-F64D-E3F9-3170E3430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12DA6-EE1A-4B77-4995-58986BCE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1945-38A9-594E-AA19-B8326BC5C67A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2AA92-0284-EBDD-E565-7099B4A1D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957BE-1830-99BE-9B53-B5490ABD0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96A7A-A287-1942-A971-0161D8E62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60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ADA6B-EA3C-3DEC-9CBD-5AB42F7C7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2DA5ED-0D79-0986-8303-50E95897C0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CA81-9CA7-0EAD-7E7C-D40538A4D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4EF7B-6E8F-BD96-D906-5237AD41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1945-38A9-594E-AA19-B8326BC5C67A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E6397-5946-26F5-0235-52BA1463F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7CC61-41DE-333F-1825-71BEEF30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96A7A-A287-1942-A971-0161D8E62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3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1E31-3CDD-CC02-3634-4B064BC81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08D48-0026-2CDD-D61B-7F9C1A205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A1356-E60B-A8C8-54CE-25D7736DB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1945-38A9-594E-AA19-B8326BC5C67A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EAA16-4C36-5252-DBFA-20B4097C8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AD809-E7B5-E848-C88B-FBA3F20C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96A7A-A287-1942-A971-0161D8E62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06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3D977D-E88B-ADB5-4A18-0402133C3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E59C8-219E-8984-05DE-7CE6ACD9A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77F81-01FE-9F11-87FD-1C38AA2F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1945-38A9-594E-AA19-B8326BC5C67A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9D980-0102-329B-5E81-032A7784B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96E2F-2EE8-24AF-9993-672904430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96A7A-A287-1942-A971-0161D8E62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7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2EA716-5E23-61CC-3A19-60D3C27BF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0A568-0CDE-062E-A907-1C1130705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4D5DA-3275-0EDF-A808-9A20F3751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A1945-38A9-594E-AA19-B8326BC5C67A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42FE-65C9-EE78-B99A-739BF4E69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08ADC-1A53-7E37-2FF3-7D181D138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96A7A-A287-1942-A971-0161D8E62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0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r/4N1vKK29Vh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7E827-51DA-EDE2-C4CC-FAEEA7300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82650-86E9-B056-B8D2-9D725F5FB1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 &amp; M</a:t>
            </a:r>
          </a:p>
        </p:txBody>
      </p:sp>
    </p:spTree>
    <p:extLst>
      <p:ext uri="{BB962C8B-B14F-4D97-AF65-F5344CB8AC3E}">
        <p14:creationId xmlns:p14="http://schemas.microsoft.com/office/powerpoint/2010/main" val="1843488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3A4C9C-F083-71BF-5CA7-2C2623D1B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7750"/>
            <a:ext cx="8868490" cy="35387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03E199-660A-8E87-5AB1-4DCB984554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05" r="5504"/>
          <a:stretch>
            <a:fillRect/>
          </a:stretch>
        </p:blipFill>
        <p:spPr>
          <a:xfrm>
            <a:off x="8781143" y="147864"/>
            <a:ext cx="3410857" cy="57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98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C8C1F9-BFAF-F9FE-3CAB-E97DB9CF4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15" y="0"/>
            <a:ext cx="8980714" cy="23339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66E3E4-0FDB-FE99-2853-75B762DD9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929" y="2259157"/>
            <a:ext cx="4699000" cy="3860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C21C27-B728-0B44-E98D-6F7367266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421" y="2259157"/>
            <a:ext cx="3911600" cy="1003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1C6E6F-24FA-39B6-AAFC-60055A1CC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346" y="4275118"/>
            <a:ext cx="2870200" cy="825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EDB31D-C6F0-EE39-E555-653DEE198E0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086"/>
          <a:stretch>
            <a:fillRect/>
          </a:stretch>
        </p:blipFill>
        <p:spPr>
          <a:xfrm>
            <a:off x="1543049" y="3210943"/>
            <a:ext cx="2535465" cy="889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0C2BF55-EFF1-ABB1-706A-51734C6B0DB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4634"/>
          <a:stretch>
            <a:fillRect/>
          </a:stretch>
        </p:blipFill>
        <p:spPr>
          <a:xfrm>
            <a:off x="1543049" y="5347650"/>
            <a:ext cx="62484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0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03E00D-683A-76B4-C562-443B44621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07" y="671286"/>
            <a:ext cx="7772400" cy="21533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521320-9397-E553-5E21-6660BBC35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228" y="2984335"/>
            <a:ext cx="3657600" cy="3479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929CAA-80C7-C8EE-137E-DE063A483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28" y="4033323"/>
            <a:ext cx="7772400" cy="178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7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5401CF-9145-8394-72DE-647C80936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79" y="788307"/>
            <a:ext cx="7772400" cy="31883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15FC01-B5B5-4323-A1E2-085E188AD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098550"/>
            <a:ext cx="38100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469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1C939D-B1AA-199A-3175-31DBB32C2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959983" cy="2002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FDBA4C-C0CC-C9D4-89B0-98C8B07D7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237" y="2703286"/>
            <a:ext cx="3390900" cy="2781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7F7160-5BB4-F299-B275-C9E3C2F28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46086"/>
            <a:ext cx="4508500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B55476-55FA-E630-D33F-CBF881FC8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300" y="3392716"/>
            <a:ext cx="2870200" cy="71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E2B850-CC17-648C-AE51-2C781CA407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300" y="4169231"/>
            <a:ext cx="4826000" cy="685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F75A9D-20D4-1B04-F64F-95D12BB60D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5112661"/>
            <a:ext cx="44450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68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F60ECE-8EBB-8B62-FC19-918C8A42D3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81" r="24366"/>
          <a:stretch>
            <a:fillRect/>
          </a:stretch>
        </p:blipFill>
        <p:spPr>
          <a:xfrm>
            <a:off x="215866" y="986970"/>
            <a:ext cx="3020820" cy="33640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F12A26-547D-3108-20D7-C4C2EB50C9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36" t="49524" r="19585" b="6428"/>
          <a:stretch>
            <a:fillRect/>
          </a:stretch>
        </p:blipFill>
        <p:spPr>
          <a:xfrm>
            <a:off x="3236686" y="624113"/>
            <a:ext cx="4020457" cy="4020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1A0F18-020C-4743-1BA4-63E8C9971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143" y="1630262"/>
            <a:ext cx="4483100" cy="241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E3436C-3B81-4C24-794C-1932622F4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93" y="4889501"/>
            <a:ext cx="1460500" cy="1028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9E4025-79C4-0C07-EE9A-999E2C5B7E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6414" y="4889501"/>
            <a:ext cx="2921000" cy="901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2AC7BA-FD38-AB31-6574-5DA1AEF669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2435" y="4644571"/>
            <a:ext cx="25273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1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F1C71F-AA27-615A-76E6-4179500EE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29553"/>
            <a:ext cx="10905066" cy="299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44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C65342-6FA8-CDE7-FB72-667EC0AC5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501" y="0"/>
            <a:ext cx="28869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941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8398E-86AA-6A93-9BB9-E7751D702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907ED-4743-9F63-D876-6E02CF68C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2" y="1796369"/>
            <a:ext cx="12032343" cy="4696506"/>
          </a:xfrm>
        </p:spPr>
        <p:txBody>
          <a:bodyPr>
            <a:normAutofit fontScale="92500"/>
          </a:bodyPr>
          <a:lstStyle/>
          <a:p>
            <a:r>
              <a:rPr lang="en-IN" dirty="0"/>
              <a:t>There will be a total of 18 problems in the upcoming files.</a:t>
            </a:r>
          </a:p>
          <a:p>
            <a:r>
              <a:rPr lang="en-IN" dirty="0"/>
              <a:t>The assignment must be </a:t>
            </a:r>
            <a:r>
              <a:rPr lang="en-IN" b="1" dirty="0"/>
              <a:t>handwritten</a:t>
            </a:r>
            <a:r>
              <a:rPr lang="en-IN" dirty="0"/>
              <a:t> (written only).</a:t>
            </a:r>
          </a:p>
          <a:p>
            <a:r>
              <a:rPr lang="en-IN" b="1" dirty="0"/>
              <a:t>No copying</a:t>
            </a:r>
            <a:r>
              <a:rPr lang="en-IN" dirty="0"/>
              <a:t> will be tolerated under any circumstances.</a:t>
            </a:r>
          </a:p>
          <a:p>
            <a:r>
              <a:rPr lang="en-IN" b="1" dirty="0"/>
              <a:t>Genuine excuses</a:t>
            </a:r>
            <a:r>
              <a:rPr lang="en-IN" dirty="0"/>
              <a:t> will be considered </a:t>
            </a:r>
            <a:r>
              <a:rPr lang="en-IN" b="1" dirty="0"/>
              <a:t>only if communicated well in advance</a:t>
            </a:r>
            <a:r>
              <a:rPr lang="en-IN" dirty="0"/>
              <a:t>.</a:t>
            </a:r>
          </a:p>
          <a:p>
            <a:r>
              <a:rPr lang="en-IN" dirty="0"/>
              <a:t>The </a:t>
            </a:r>
            <a:r>
              <a:rPr lang="en-IN" b="1" dirty="0"/>
              <a:t>last date for submission is 22 April 2026, 5:00 PM</a:t>
            </a:r>
            <a:r>
              <a:rPr lang="en-IN" dirty="0"/>
              <a:t>.</a:t>
            </a:r>
          </a:p>
          <a:p>
            <a:r>
              <a:rPr lang="en-IN" dirty="0"/>
              <a:t>This assignment </a:t>
            </a:r>
            <a:r>
              <a:rPr lang="en-IN" b="1" dirty="0"/>
              <a:t>will be accounted for Continuous Evaluation (CE)</a:t>
            </a:r>
            <a:r>
              <a:rPr lang="en-IN" dirty="0"/>
              <a:t>.</a:t>
            </a:r>
          </a:p>
          <a:p>
            <a:r>
              <a:rPr lang="en-IN" b="1" dirty="0"/>
              <a:t>AI tools may be used for reference</a:t>
            </a:r>
            <a:r>
              <a:rPr lang="en-IN" dirty="0"/>
              <a:t>, but </a:t>
            </a:r>
            <a:r>
              <a:rPr lang="en-IN" b="1" dirty="0"/>
              <a:t>direct copying is strictly prohibited</a:t>
            </a:r>
            <a:r>
              <a:rPr lang="en-IN" dirty="0"/>
              <a:t>.</a:t>
            </a:r>
          </a:p>
          <a:p>
            <a:r>
              <a:rPr lang="en-IN" dirty="0"/>
              <a:t>If you do not submit, you will lose marks and attendance, and you will also miss out on learning double integration.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79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568FD3-44F1-2B5E-1945-FF71ADD802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51"/>
          <a:stretch>
            <a:fillRect/>
          </a:stretch>
        </p:blipFill>
        <p:spPr>
          <a:xfrm>
            <a:off x="643467" y="2032000"/>
            <a:ext cx="10905066" cy="295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269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2486F5-6268-76FA-240F-94C6389DEF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9"/>
          <a:stretch>
            <a:fillRect/>
          </a:stretch>
        </p:blipFill>
        <p:spPr>
          <a:xfrm>
            <a:off x="3003550" y="522514"/>
            <a:ext cx="6184900" cy="587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378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3204B7-BD31-345C-7BFE-613EE730B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393018"/>
            <a:ext cx="10905066" cy="207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49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28D418-521B-B028-6227-0DBF955F41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587"/>
          <a:stretch>
            <a:fillRect/>
          </a:stretch>
        </p:blipFill>
        <p:spPr>
          <a:xfrm>
            <a:off x="643467" y="798154"/>
            <a:ext cx="10905066" cy="402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858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B32783-A92C-7CEC-0957-9930098D1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70669"/>
            <a:ext cx="10905066" cy="411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224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BAC5B-6EC8-4DAC-38D2-C87AF14E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to submit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8705B-BE0D-38FF-9E57-F61C00845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Assignment 2 – Fill in 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021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124</Words>
  <Application>Microsoft Macintosh PowerPoint</Application>
  <PresentationFormat>Widescreen</PresentationFormat>
  <Paragraphs>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24MAT120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Link to submit 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1</cp:revision>
  <dcterms:created xsi:type="dcterms:W3CDTF">2026-04-18T04:39:46Z</dcterms:created>
  <dcterms:modified xsi:type="dcterms:W3CDTF">2026-04-18T06:22:48Z</dcterms:modified>
</cp:coreProperties>
</file>