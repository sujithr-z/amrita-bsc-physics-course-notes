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42"/>
    <p:restoredTop sz="94681"/>
  </p:normalViewPr>
  <p:slideViewPr>
    <p:cSldViewPr snapToGrid="0">
      <p:cViewPr varScale="1">
        <p:scale>
          <a:sx n="112" d="100"/>
          <a:sy n="112" d="100"/>
        </p:scale>
        <p:origin x="20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33BBF-2FD2-E550-5882-82054B08E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31405-26F0-CF76-A969-F95EEE49F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7FFAF-1441-D97B-4EC3-CD0D24773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CFAD-5783-3C45-A7A1-3D2168A4D0F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ADF2E-C5D0-6C95-E24E-DC4B4354C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A4475-D1D3-E834-FFF2-B428B750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F149D-9BF0-654C-B91B-CC9D05FDD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76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1DC7A-7F39-9222-BFE1-2C6CF46B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9CF2E-49CE-D6C7-5075-A8CF4821E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96D16-C1D4-4E73-036E-877665BD9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CFAD-5783-3C45-A7A1-3D2168A4D0F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E5A48-9EFD-E74A-1C9A-1A19BC646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60373-AE7E-40B1-92C1-E03FA4F24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F149D-9BF0-654C-B91B-CC9D05FDD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13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2E31-6E0B-A279-BBDB-E5D57CFD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39296-B2F5-6987-75AD-76B66BBC8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8965A-AA67-BA5B-3A9F-60594C609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CFAD-5783-3C45-A7A1-3D2168A4D0F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8E996-1E55-4F60-6172-95E3E8539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B34B0-5D9A-5A04-E782-FCD356031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F149D-9BF0-654C-B91B-CC9D05FDD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53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7DDD6-ACDA-EA02-28FE-B2C59BB73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A352D-1607-DEED-9DB5-114A90936D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20511-B78B-9B20-11E3-EBB0FE8B4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EBD53-8C9C-5240-C3AA-ED06DEF17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CFAD-5783-3C45-A7A1-3D2168A4D0F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5866B-801A-F988-1F24-D28E15C0A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92106-AF67-862B-0484-4AE21B320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F149D-9BF0-654C-B91B-CC9D05FDD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59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B048F-6ADF-7099-C51C-463417124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0C623-493A-7C5F-254D-A2F9E4AB9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2E9E14-F159-141A-2161-5DD857B0F2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3C9BC-8953-0FCE-BA8D-120DAF099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2ECAF7-41AF-3BCB-0BD5-5D7F0F8D3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F13155-2777-C155-BC6C-BC6FBC282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CFAD-5783-3C45-A7A1-3D2168A4D0F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E82262-1647-B6C5-4566-29A3A94D4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2A5394-5DA5-0E05-B663-A3724EDCE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F149D-9BF0-654C-B91B-CC9D05FDD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664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3B6A-26DA-2980-7636-375E0E32C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AAD059-8BA5-FBD1-9D39-7300F8900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CFAD-5783-3C45-A7A1-3D2168A4D0F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95831-83A2-2F78-7185-7C4D12983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052CF-65BF-7367-8D4A-0959C62E9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F149D-9BF0-654C-B91B-CC9D05FDD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689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CA9072-BFF8-96AA-E3C4-ED0CEEA2D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CFAD-5783-3C45-A7A1-3D2168A4D0F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EA4067-3187-6A5F-0798-6B77BE4C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5D916-1257-CD54-06FD-0B02DC533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F149D-9BF0-654C-B91B-CC9D05FDD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84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EF52-0B48-A59A-24B0-957EBEFB2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BCAD6-6880-D496-8EED-10CB86B5D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62A2B-C40E-DA14-AF94-EAABFB94A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8A20E-01AC-F974-AF7F-E581CEFBB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CFAD-5783-3C45-A7A1-3D2168A4D0F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866401-0273-E451-88CA-25BB87677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ED79E6-85CB-4AB6-4965-F2630E684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F149D-9BF0-654C-B91B-CC9D05FDD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08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AEBD8-BD0F-C9AB-8B8F-5F81FC249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86B3E3-9A76-460E-6ABA-0F92F68893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E2F598-9C3A-F861-D947-F9D4596A6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326E1-7054-B338-0FE0-ED54D6D83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CFAD-5783-3C45-A7A1-3D2168A4D0F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5400C-E26B-0F96-A6E5-30287A17E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4E47-1086-F6C1-CF71-BB3FC0E68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F149D-9BF0-654C-B91B-CC9D05FDD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473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D987A-475F-3702-4588-F3DF6B08C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7471F-88B9-AD32-FC99-77F9D9341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AF6B4-A673-7652-F0E5-AB4306116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CFAD-5783-3C45-A7A1-3D2168A4D0F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DEA71-FC98-4020-5FF0-7866A357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51FA4-A3D2-7067-6490-B5612141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F149D-9BF0-654C-B91B-CC9D05FDD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59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013408-4104-A002-9125-8E546C64A6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782B8A-4C7F-E5FF-EFDF-DDCCCAECC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C7BE4-C07D-5E95-46B8-E2C6831E3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CFAD-5783-3C45-A7A1-3D2168A4D0F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4F5AA-0A8E-FC89-327E-5CE93529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AECB6-BBFB-B310-3C52-063BBC62E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F149D-9BF0-654C-B91B-CC9D05FDD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727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A0A075-5BA8-1A93-316F-AB0FFF6B6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EC087-D774-7CD3-0D18-26F093CEF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35B6D-4EDA-B0A9-936D-34C24109AE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E2CFAD-5783-3C45-A7A1-3D2168A4D0F6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5F8DC-12AF-7DAF-61D2-C704372F00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5FD3E-7698-2952-C5D9-49FADD491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F149D-9BF0-654C-B91B-CC9D05FDD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54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C7C08-33E0-AA39-6ECC-47BF18E88B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24MAT120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337BD-B9A6-BD5A-F09A-99258611C2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S2 P&amp;M</a:t>
            </a:r>
          </a:p>
        </p:txBody>
      </p:sp>
    </p:spTree>
    <p:extLst>
      <p:ext uri="{BB962C8B-B14F-4D97-AF65-F5344CB8AC3E}">
        <p14:creationId xmlns:p14="http://schemas.microsoft.com/office/powerpoint/2010/main" val="1780082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lane&#10;&#10;AI-generated content may be incorrect.">
            <a:extLst>
              <a:ext uri="{FF2B5EF4-FFF2-40B4-BE49-F238E27FC236}">
                <a16:creationId xmlns:a16="http://schemas.microsoft.com/office/drawing/2014/main" id="{72E7FB7A-8A6B-C2E0-B00D-5CF9AE365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805" y="297455"/>
            <a:ext cx="6685757" cy="589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179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problem with black text&#10;&#10;AI-generated content may be incorrect.">
            <a:extLst>
              <a:ext uri="{FF2B5EF4-FFF2-40B4-BE49-F238E27FC236}">
                <a16:creationId xmlns:a16="http://schemas.microsoft.com/office/drawing/2014/main" id="{BC0FBE11-7489-30FE-1701-D63A95E44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957580"/>
            <a:ext cx="9386570" cy="2744845"/>
          </a:xfrm>
          <a:prstGeom prst="rect">
            <a:avLst/>
          </a:prstGeom>
        </p:spPr>
      </p:pic>
      <p:pic>
        <p:nvPicPr>
          <p:cNvPr id="5" name="Picture 4" descr="A black text with black text&#10;&#10;AI-generated content may be incorrect.">
            <a:extLst>
              <a:ext uri="{FF2B5EF4-FFF2-40B4-BE49-F238E27FC236}">
                <a16:creationId xmlns:a16="http://schemas.microsoft.com/office/drawing/2014/main" id="{BA351D80-9F93-950A-6A7D-33821FE06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740" y="4862263"/>
            <a:ext cx="7772400" cy="103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820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urved object&#10;&#10;AI-generated content may be incorrect.">
            <a:extLst>
              <a:ext uri="{FF2B5EF4-FFF2-40B4-BE49-F238E27FC236}">
                <a16:creationId xmlns:a16="http://schemas.microsoft.com/office/drawing/2014/main" id="{0FA317F3-C957-E28F-74B4-90D7D966E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14300"/>
            <a:ext cx="41148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50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problem with black text&#10;&#10;AI-generated content may be incorrect.">
            <a:extLst>
              <a:ext uri="{FF2B5EF4-FFF2-40B4-BE49-F238E27FC236}">
                <a16:creationId xmlns:a16="http://schemas.microsoft.com/office/drawing/2014/main" id="{5FF22FAD-DEFF-3289-9409-58D17D054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38716"/>
            <a:ext cx="10905066" cy="338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46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6263D02-46A6-4BFB-91B2-3AB030686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624752"/>
            <a:ext cx="10905066" cy="160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312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80653E22-7554-E79A-D39D-950742BA7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319" y="0"/>
            <a:ext cx="8385361" cy="681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62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&#10;&#10;AI-generated content may be incorrect.">
            <a:extLst>
              <a:ext uri="{FF2B5EF4-FFF2-40B4-BE49-F238E27FC236}">
                <a16:creationId xmlns:a16="http://schemas.microsoft.com/office/drawing/2014/main" id="{9CB43C81-E796-685B-282E-9595AE90D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294" y="643466"/>
            <a:ext cx="740341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69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B0ACB392-C1FA-5A37-DE70-C8AFA7B497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21"/>
          <a:stretch>
            <a:fillRect/>
          </a:stretch>
        </p:blipFill>
        <p:spPr>
          <a:xfrm>
            <a:off x="1121943" y="385011"/>
            <a:ext cx="8968541" cy="58232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4E4269-FEFF-C4FB-AE84-011A451C7CCD}"/>
              </a:ext>
            </a:extLst>
          </p:cNvPr>
          <p:cNvSpPr txBox="1"/>
          <p:nvPr/>
        </p:nvSpPr>
        <p:spPr>
          <a:xfrm>
            <a:off x="2251710" y="6515100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7,9,10,15,20</a:t>
            </a:r>
          </a:p>
        </p:txBody>
      </p:sp>
    </p:spTree>
    <p:extLst>
      <p:ext uri="{BB962C8B-B14F-4D97-AF65-F5344CB8AC3E}">
        <p14:creationId xmlns:p14="http://schemas.microsoft.com/office/powerpoint/2010/main" val="4139262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s with numbers and symbols&#10;&#10;AI-generated content may be incorrect.">
            <a:extLst>
              <a:ext uri="{FF2B5EF4-FFF2-40B4-BE49-F238E27FC236}">
                <a16:creationId xmlns:a16="http://schemas.microsoft.com/office/drawing/2014/main" id="{F90522E6-2D34-8332-F8E9-EDD978D92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802" y="643466"/>
            <a:ext cx="5990396" cy="55710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FB6858-5226-4E4E-A21F-DBECFF2CAFA4}"/>
              </a:ext>
            </a:extLst>
          </p:cNvPr>
          <p:cNvSpPr txBox="1"/>
          <p:nvPr/>
        </p:nvSpPr>
        <p:spPr>
          <a:xfrm>
            <a:off x="6595110" y="6214533"/>
            <a:ext cx="1681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23,26,30,31,32</a:t>
            </a:r>
          </a:p>
        </p:txBody>
      </p:sp>
    </p:spTree>
    <p:extLst>
      <p:ext uri="{BB962C8B-B14F-4D97-AF65-F5344CB8AC3E}">
        <p14:creationId xmlns:p14="http://schemas.microsoft.com/office/powerpoint/2010/main" val="3809531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7</Words>
  <Application>Microsoft Macintosh PowerPoint</Application>
  <PresentationFormat>Widescreen</PresentationFormat>
  <Paragraphs>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24MAT120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Sreedeep C D</dc:creator>
  <cp:lastModifiedBy>Sreedeep C D</cp:lastModifiedBy>
  <cp:revision>2</cp:revision>
  <dcterms:created xsi:type="dcterms:W3CDTF">2026-02-24T06:13:51Z</dcterms:created>
  <dcterms:modified xsi:type="dcterms:W3CDTF">2026-02-24T09:27:12Z</dcterms:modified>
</cp:coreProperties>
</file>