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9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471"/>
    <p:restoredTop sz="94610"/>
  </p:normalViewPr>
  <p:slideViewPr>
    <p:cSldViewPr snapToGrid="0">
      <p:cViewPr varScale="1">
        <p:scale>
          <a:sx n="112" d="100"/>
          <a:sy n="112" d="100"/>
        </p:scale>
        <p:origin x="22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3D7DF-F7F1-4343-89D8-60F3ACAF10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79B39F-EAF6-990E-0044-6385C93813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DFAA9-7D26-8093-872E-AB9996801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D4C92-34AF-B842-9DDB-6572A6BEFD3B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528A2-D601-450B-03E7-EE2FC1811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F5919-7215-547D-5394-EC2C8B611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EE57E-9FE4-1542-A64E-900B78B9A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980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54865-FA1D-6EF4-0325-CD335D603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2F5C87-746C-2F3B-651D-52652CE688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C50B06-CCE3-DEF7-73E9-6A0C9CB99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D4C92-34AF-B842-9DDB-6572A6BEFD3B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AFC1A-C9DA-44E8-FBCF-C6AF2A562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62164-3A18-B4D9-A67F-7F86D129B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EE57E-9FE4-1542-A64E-900B78B9A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471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05CFA-51B0-047E-A65E-C8FDAAA1E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1D83C7-4FB4-A1BF-D645-35E8C1F2ED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7AB05-2E3E-55F7-2CDC-16E8BA1AA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D4C92-34AF-B842-9DDB-6572A6BEFD3B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5F8B31-FF79-6C77-596C-C61B1EC87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35170-96C1-7AD7-FE34-9935B61CC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EE57E-9FE4-1542-A64E-900B78B9A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249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98981-AE3E-4A08-E316-FA800EF3F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20F812-9AE5-BB58-3F95-3250105436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9B2FAB-CC4F-BD9F-FC6F-DB8B732FEB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D6BC8-7E81-CBBA-A622-5ACE86BCE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D4C92-34AF-B842-9DDB-6572A6BEFD3B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C5FFB8-7271-0294-B890-D1B48062F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209D89-8FE8-CD27-96A0-7FB140998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EE57E-9FE4-1542-A64E-900B78B9A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637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1E8E4-7B7A-40FA-8CB0-BD93332BC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02E686-6927-CAD7-66C7-0EADB40E24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B36F95-D8EB-F5F5-37A6-0942060D3A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E0B060-7DE6-0B81-C56C-66656FEC67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EA591D-718E-DA59-B95B-2C6107FFC8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D288BD-C608-88CA-ADF8-4BCCA100A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D4C92-34AF-B842-9DDB-6572A6BEFD3B}" type="datetimeFigureOut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93B210-E099-30EB-E93B-DDA67487D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C03713-CF71-EAAF-D7CA-B97F6F34D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EE57E-9FE4-1542-A64E-900B78B9A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931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91507-59A9-2D27-7152-D2F1E7BCF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FD1826-03F1-9A39-5421-E5461A70D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D4C92-34AF-B842-9DDB-6572A6BEFD3B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E1A7E1-AFA4-B750-CF77-9420F9AC2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77CE6D-D8BF-D30D-50EB-0D1883660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EE57E-9FE4-1542-A64E-900B78B9A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997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881734-C4EB-C7CF-813D-8DD989E01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D4C92-34AF-B842-9DDB-6572A6BEFD3B}" type="datetimeFigureOut">
              <a:rPr lang="en-US" smtClean="0"/>
              <a:t>3/11/26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F6A297-587F-C3B3-7795-8EC98745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F88C6D-195F-B041-37B8-028B06B7F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EE57E-9FE4-1542-A64E-900B78B9A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19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881F5-2C8D-FC62-C41E-DA1173A7F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82D72-CDB4-43E5-2DCE-ED899385F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EA25B8-1A95-276F-7AC8-171CD62AEC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03AAC4-A93C-94D9-4B78-3A6ED23B3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D4C92-34AF-B842-9DDB-6572A6BEFD3B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227DCE-4F04-2E30-28B3-9B96E4A9D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DD7A91-FAEB-5E9F-69F5-D30741439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EE57E-9FE4-1542-A64E-900B78B9A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396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F68C7-6C64-5225-1CEC-6EE84AC71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BB1261-D017-5190-B7DA-E64DB4268E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1FE055-BBDC-F312-54FB-A261267449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10541D-6EDB-44F0-BBEB-A5969BB29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D4C92-34AF-B842-9DDB-6572A6BEFD3B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684CF6-9E99-F433-2939-48D75CD516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B3987A-DFCE-7BBA-F1BA-3671D0B2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EE57E-9FE4-1542-A64E-900B78B9A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197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313AF-65EC-A929-433D-A1BD60777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66223D-BF2E-3FB0-772D-43C13CC5D9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63636-63EE-9507-DBD4-1CAB0CED1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D4C92-34AF-B842-9DDB-6572A6BEFD3B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6F9CD2-0FAA-7797-6AD5-1583E3A8D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8D7ED6-3E88-E5E5-6BC9-6504F8888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EE57E-9FE4-1542-A64E-900B78B9A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44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BC7F0C-0283-5C3B-4989-E9C1B3F0F0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8DEB1E-1FD0-DF60-5E67-31914EE8E6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F79A85-6541-D529-EF96-9AB27703D0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ED4C92-34AF-B842-9DDB-6572A6BEFD3B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9A94BD-637F-333C-DB62-B1FC9CAF2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0E956-A404-C190-0CA2-16038B06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EE57E-9FE4-1542-A64E-900B78B9A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044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6EE612-5E1E-D190-6C11-179609501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E7CFFF-B74B-59DD-BFB9-88171DBF27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86384-0422-2F17-2BE1-9664D97319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ED4C92-34AF-B842-9DDB-6572A6BEFD3B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48B7B6-9C53-349A-FFF3-7B0A191717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E225BE-1505-FC00-C370-D4C9E17AB9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BEE57E-9FE4-1542-A64E-900B78B9A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530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A01A3-DDCE-C403-4A4B-08921E684A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24MAT180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2480A0-329E-40CA-FFED-C8EAB9E7F7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S2 P &amp; M</a:t>
            </a:r>
          </a:p>
        </p:txBody>
      </p:sp>
    </p:spTree>
    <p:extLst>
      <p:ext uri="{BB962C8B-B14F-4D97-AF65-F5344CB8AC3E}">
        <p14:creationId xmlns:p14="http://schemas.microsoft.com/office/powerpoint/2010/main" val="418575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B8403F77-5E59-2F4D-641D-703020B306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834134"/>
            <a:ext cx="10905066" cy="3189730"/>
          </a:xfrm>
          <a:prstGeom prst="rect">
            <a:avLst/>
          </a:prstGeom>
        </p:spPr>
      </p:pic>
      <p:pic>
        <p:nvPicPr>
          <p:cNvPr id="5" name="Picture 4" descr="A close up of a text&#10;&#10;AI-generated content may be incorrect.">
            <a:extLst>
              <a:ext uri="{FF2B5EF4-FFF2-40B4-BE49-F238E27FC236}">
                <a16:creationId xmlns:a16="http://schemas.microsoft.com/office/drawing/2014/main" id="{73158052-643D-6483-173A-AB8EB643F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122" y="5507265"/>
            <a:ext cx="7772400" cy="1079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723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30F750A5-D750-F629-E3BB-F243E1462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875028"/>
            <a:ext cx="10905066" cy="3107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126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th equation with black text&#10;&#10;AI-generated content may be incorrect.">
            <a:extLst>
              <a:ext uri="{FF2B5EF4-FFF2-40B4-BE49-F238E27FC236}">
                <a16:creationId xmlns:a16="http://schemas.microsoft.com/office/drawing/2014/main" id="{ECF9EAF9-CC22-9C42-36EA-64ACC1DFE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529331"/>
            <a:ext cx="10905066" cy="1799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452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F3BEC100-0F2E-55FE-03B8-4DCEE3CD6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729995"/>
            <a:ext cx="10905066" cy="5398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0957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49525B85-B0A9-076A-2878-E906DC96A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188548"/>
            <a:ext cx="10905066" cy="2480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391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bowl&#10;&#10;AI-generated content may be incorrect.">
            <a:extLst>
              <a:ext uri="{FF2B5EF4-FFF2-40B4-BE49-F238E27FC236}">
                <a16:creationId xmlns:a16="http://schemas.microsoft.com/office/drawing/2014/main" id="{F3A68A66-77E9-082E-3802-3B8F79C11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4950" y="520700"/>
            <a:ext cx="4102100" cy="581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7521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graph&#10;&#10;AI-generated content may be incorrect.">
            <a:extLst>
              <a:ext uri="{FF2B5EF4-FFF2-40B4-BE49-F238E27FC236}">
                <a16:creationId xmlns:a16="http://schemas.microsoft.com/office/drawing/2014/main" id="{26ADE867-F151-0A1F-E5D4-0E38797C0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755" y="491490"/>
            <a:ext cx="5924865" cy="5279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058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n orange and white wavy object&#10;&#10;AI-generated content may be incorrect.">
            <a:extLst>
              <a:ext uri="{FF2B5EF4-FFF2-40B4-BE49-F238E27FC236}">
                <a16:creationId xmlns:a16="http://schemas.microsoft.com/office/drawing/2014/main" id="{F07271F3-636C-D193-2CE1-1CFB4FCFD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671" y="422910"/>
            <a:ext cx="6782938" cy="5680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619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21138AE4-6D14-56D0-1224-B37E62EA1C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81"/>
          <a:stretch>
            <a:fillRect/>
          </a:stretch>
        </p:blipFill>
        <p:spPr>
          <a:xfrm>
            <a:off x="2148288" y="1266797"/>
            <a:ext cx="7649531" cy="4324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861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a graph&#10;&#10;AI-generated content may be incorrect.">
            <a:extLst>
              <a:ext uri="{FF2B5EF4-FFF2-40B4-BE49-F238E27FC236}">
                <a16:creationId xmlns:a16="http://schemas.microsoft.com/office/drawing/2014/main" id="{ABA6AD01-406C-2055-415F-1F8F1797A2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262" y="1787410"/>
            <a:ext cx="4178300" cy="4406900"/>
          </a:xfrm>
          <a:prstGeom prst="rect">
            <a:avLst/>
          </a:prstGeom>
        </p:spPr>
      </p:pic>
      <p:pic>
        <p:nvPicPr>
          <p:cNvPr id="5" name="Picture 4" descr="A white rectangular sign with black text&#10;&#10;AI-generated content may be incorrect.">
            <a:extLst>
              <a:ext uri="{FF2B5EF4-FFF2-40B4-BE49-F238E27FC236}">
                <a16:creationId xmlns:a16="http://schemas.microsoft.com/office/drawing/2014/main" id="{35F12D68-2614-B03D-8993-6A4936B0D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0590" y="840647"/>
            <a:ext cx="7772400" cy="1221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848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rectangular with black text&#10;&#10;AI-generated content may be incorrect.">
            <a:extLst>
              <a:ext uri="{FF2B5EF4-FFF2-40B4-BE49-F238E27FC236}">
                <a16:creationId xmlns:a16="http://schemas.microsoft.com/office/drawing/2014/main" id="{B45F1EBC-6D27-C27A-2A97-AC610E2AD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188548"/>
            <a:ext cx="10905066" cy="2480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815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8B870DF7-9569-2227-E66A-F4FA1AB04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602401"/>
            <a:ext cx="10905066" cy="3653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42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2436</TotalTime>
  <Words>5</Words>
  <Application>Microsoft Macintosh PowerPoint</Application>
  <PresentationFormat>Widescreen</PresentationFormat>
  <Paragraphs>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24MAT180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Sreedeep C D</dc:creator>
  <cp:lastModifiedBy>Sreedeep C D</cp:lastModifiedBy>
  <cp:revision>2</cp:revision>
  <dcterms:created xsi:type="dcterms:W3CDTF">2026-03-09T11:03:20Z</dcterms:created>
  <dcterms:modified xsi:type="dcterms:W3CDTF">2026-03-12T03:20:28Z</dcterms:modified>
</cp:coreProperties>
</file>