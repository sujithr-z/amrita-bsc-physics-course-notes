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52"/>
  </p:normalViewPr>
  <p:slideViewPr>
    <p:cSldViewPr snapToGrid="0">
      <p:cViewPr varScale="1">
        <p:scale>
          <a:sx n="116" d="100"/>
          <a:sy n="116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EF92-ED29-2A11-FF76-C9362C9C1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6E144-6B4F-058C-FD02-33F059A8D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18949-6968-1D2C-5D93-ACDB75C8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A9CA0-159E-ACA9-98ED-D9122363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585EA-EC13-EA74-D410-3D75D904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2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A9FD-0258-A902-64B4-868D8E06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EF00-2F5D-CCC2-A0C0-4088B4FA2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53A79-3614-6E84-7CF3-B980C6E2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B019F-C53D-1E37-C861-88818BE0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850EF-0C4E-7C02-2AAA-6F250C3E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2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DD20-40A3-17E2-AAEC-36E0C779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08023-04CF-3583-2AE5-0919BD73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BB36B-99CD-E922-719D-EB9024B3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9CE38-9713-4304-D2A1-903D0A59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EF52D-1D5B-59D1-BA4B-7BAE9A03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18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C02B-062E-0497-DBF5-95638093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72DB-355B-20E4-36AE-860786E1F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0B7BD-ECE9-CDF8-C768-0D7F5BE2A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5BEC8-606F-451D-5640-7C948356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655F7-9E2E-CDAE-548C-0897EC20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0EF6C-5B88-1101-FFC5-B4D2ACEC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CCF6-15A4-B8EF-2301-BE7BCD27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2FE25-0D38-6586-80C3-ECC369FEC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403FF-38EF-E9E9-71D8-B8950F4B3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B7BFF-5E8A-DE4B-A210-6B849F3A7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BBAB3-95AB-A57F-6F0E-95FA02D4A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5F92F-6E29-FF31-7B47-B7ED3FA1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21980-052A-4B6C-1501-9B258B2D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33FC02-7FB3-89FC-D308-D4FABDE6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5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77E9-A982-5601-F282-EEE410B1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5496D-8F46-92BD-1A55-869DE51D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1E7FE-E088-4001-6FB8-D1DC3843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15FEC-CA4E-8D69-AC0D-2B13062A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1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F13C4-9108-396C-DEE6-B5ED75C90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5F9ED-2418-EBD3-E457-04456D58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E3D54-0BAC-FDAD-06D3-25F7036C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7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9B43-E8A8-8A45-487B-5852D0C8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896EA-B0AE-DADA-615B-6409D60D0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DA995-8568-8E62-317A-DE7A5A2C7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F2C10-3B8A-0E6C-A2F4-BD5F6CD4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D9DC-0703-A4C5-F3FD-CC0AB5FC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F2259-3342-AC91-2AA6-B0BB88DA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9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10C7-D97E-FD8D-28D8-0ADB139D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408FE-431C-E510-146C-CACA36821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CEA66-E95A-181A-BFAF-73FC26CED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40033-3C0A-C267-94A6-6D9DD0FB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4EC6A-E9B9-62BC-F2F6-955B3E37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EFBE4-2D14-44A0-F841-DCC96958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9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3756-7964-C29D-EA8C-D08F5557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1C37E-8E80-388B-1F73-073AF3FD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4571-DEDD-D8AB-9540-6779F59C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EF680-765F-25DD-640C-137322D7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BB6A-6E33-A1B5-7B63-B2FC3E0C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3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0F07A-21FB-39A0-DBAB-7F2BEBB6C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58481-2A7F-A6D5-AF38-1D21EDED0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E76D2-BA16-E42C-FB17-34A8139E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912ED-77F8-EB27-7E4C-0578D124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4C60-E4C9-9140-B233-045B8D09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5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0C8EF-61D8-1EC4-ED35-2D9F5F6F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9802F-2051-DD4A-CAB6-87AB09138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E59E-0A56-DF3F-CAD8-775A767BF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2DF08-33E7-1946-A20E-9C822DC648B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9D0-247D-1966-204E-7095CDFA0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60E0C-C378-8403-78A4-D431D7822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F5057-7CC2-6840-B02B-CE033EDDC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7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C0B6-1F60-9AA4-44A9-3D741C7A7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84756-E5AA-0590-0EF8-F8ECBEC0BC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Mathematics/Physics</a:t>
            </a:r>
          </a:p>
        </p:txBody>
      </p:sp>
    </p:spTree>
    <p:extLst>
      <p:ext uri="{BB962C8B-B14F-4D97-AF65-F5344CB8AC3E}">
        <p14:creationId xmlns:p14="http://schemas.microsoft.com/office/powerpoint/2010/main" val="234281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BFB7-930C-E498-B1AF-1B39BED0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</a:t>
            </a:r>
          </a:p>
          <a:p>
            <a:pPr lvl="1"/>
            <a:r>
              <a:rPr lang="en-IN" dirty="0"/>
              <a:t>12.5 Lines and Planes in Space 732</a:t>
            </a:r>
          </a:p>
          <a:p>
            <a:pPr lvl="1"/>
            <a:r>
              <a:rPr lang="en-IN" dirty="0"/>
              <a:t>12.6 Cylinders and Quadric Surfaces 740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67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line and a point&#10;&#10;AI-generated content may be incorrect.">
            <a:extLst>
              <a:ext uri="{FF2B5EF4-FFF2-40B4-BE49-F238E27FC236}">
                <a16:creationId xmlns:a16="http://schemas.microsoft.com/office/drawing/2014/main" id="{58BEB472-9CDA-3A5D-B579-F244A099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310" y="643466"/>
            <a:ext cx="512538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5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ath equations&#10;&#10;AI-generated content may be incorrect.">
            <a:extLst>
              <a:ext uri="{FF2B5EF4-FFF2-40B4-BE49-F238E27FC236}">
                <a16:creationId xmlns:a16="http://schemas.microsoft.com/office/drawing/2014/main" id="{1503DDA1-F7D7-7090-A2A6-295C2581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4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436B9FDC-81D9-00BA-B61C-136116A6E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11563"/>
            <a:ext cx="10905066" cy="403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7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symbols&#10;&#10;AI-generated content may be incorrect.">
            <a:extLst>
              <a:ext uri="{FF2B5EF4-FFF2-40B4-BE49-F238E27FC236}">
                <a16:creationId xmlns:a16="http://schemas.microsoft.com/office/drawing/2014/main" id="{18C57F58-1C84-A3D3-E1EB-82EAADF7B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70447"/>
            <a:ext cx="10905066" cy="291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7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with black text&#10;&#10;AI-generated content may be incorrect.">
            <a:extLst>
              <a:ext uri="{FF2B5EF4-FFF2-40B4-BE49-F238E27FC236}">
                <a16:creationId xmlns:a16="http://schemas.microsoft.com/office/drawing/2014/main" id="{BF831EDD-75D4-01F9-1BC2-44D172157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20281"/>
            <a:ext cx="10905066" cy="20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8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9BA7D0A-C9BD-937D-BE1D-61835DB16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61287"/>
            <a:ext cx="10905066" cy="253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88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F0540DE1-3631-34BE-EDA4-01B1EB15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394" y="0"/>
            <a:ext cx="3301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5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B15F10D-B8FC-C857-28FD-4CFC6B6D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47765"/>
            <a:ext cx="10905066" cy="31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19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rve&#10;&#10;AI-generated content may be incorrect.">
            <a:extLst>
              <a:ext uri="{FF2B5EF4-FFF2-40B4-BE49-F238E27FC236}">
                <a16:creationId xmlns:a16="http://schemas.microsoft.com/office/drawing/2014/main" id="{DE05C31D-A09F-00EB-BDC2-CCE56420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341" y="643466"/>
            <a:ext cx="620731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5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s formula with text&#10;&#10;AI-generated content may be incorrect.">
            <a:extLst>
              <a:ext uri="{FF2B5EF4-FFF2-40B4-BE49-F238E27FC236}">
                <a16:creationId xmlns:a16="http://schemas.microsoft.com/office/drawing/2014/main" id="{12EAFD42-A0EF-FFA8-CBF1-32579DAC8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3" y="643466"/>
            <a:ext cx="89855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70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8E12E841-49BD-D192-1891-D52E2C06B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10" y="1359431"/>
            <a:ext cx="9664846" cy="1232268"/>
          </a:xfrm>
          <a:prstGeom prst="rect">
            <a:avLst/>
          </a:prstGeom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E2A5461E-84C0-4A91-106B-1B1CF20CB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367" y="2591699"/>
            <a:ext cx="2772229" cy="315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69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heet with black text and black text&#10;&#10;AI-generated content may be incorrect.">
            <a:extLst>
              <a:ext uri="{FF2B5EF4-FFF2-40B4-BE49-F238E27FC236}">
                <a16:creationId xmlns:a16="http://schemas.microsoft.com/office/drawing/2014/main" id="{D0FBB7B2-35C6-A1AD-04FE-E32AC2B8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0" y="400050"/>
            <a:ext cx="7772400" cy="56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7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F4D958A8-02F1-4627-DDAB-E99BE6656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2385505"/>
            <a:ext cx="9664846" cy="190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02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diagram of a sphere with lines and arrows&#10;&#10;AI-generated content may be incorrect.">
            <a:extLst>
              <a:ext uri="{FF2B5EF4-FFF2-40B4-BE49-F238E27FC236}">
                <a16:creationId xmlns:a16="http://schemas.microsoft.com/office/drawing/2014/main" id="{8552F68F-95AC-EE73-B571-C30205FED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681" y="1286934"/>
            <a:ext cx="320263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2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19</Words>
  <Application>Microsoft Macintosh PowerPoint</Application>
  <PresentationFormat>Widescreen</PresentationFormat>
  <Paragraphs>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1</cp:revision>
  <dcterms:created xsi:type="dcterms:W3CDTF">2026-01-30T01:28:29Z</dcterms:created>
  <dcterms:modified xsi:type="dcterms:W3CDTF">2026-01-30T09:52:40Z</dcterms:modified>
</cp:coreProperties>
</file>