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347"/>
    <p:restoredTop sz="94681"/>
  </p:normalViewPr>
  <p:slideViewPr>
    <p:cSldViewPr snapToGrid="0">
      <p:cViewPr varScale="1">
        <p:scale>
          <a:sx n="73" d="100"/>
          <a:sy n="73" d="100"/>
        </p:scale>
        <p:origin x="20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BFB31-3AB9-01F5-41C1-CB715C702E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DFC8B-02C8-E03E-1583-A90818A4BA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545AFE-C2E3-C816-F5B8-27D65E0AD1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BA540-787F-4D70-EDAD-AF02B85F7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BB0C1-9D7D-9945-1BB6-8C3F733C8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92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1D5CA-2C98-8B9F-BE4E-97E6A0E11F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B6676-F03B-523E-E158-9D4CD686C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929D7F-25D2-6793-51DE-DF9B4CD0A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FE0062-557A-7F15-0743-14200BC84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BA4CA-D4CF-DE8B-D9BC-6683DE6E3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3535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3EEDDE-6088-A37C-31F3-EE241F0A3B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B2C3A-A2B6-6A05-0946-145C664357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59112-84A8-C3C2-24D9-162EF0FAF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E011F9-1460-C961-192C-505EB5997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D55AEB-154D-FE43-9F57-1B6777D64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05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D0485-059A-BA9A-91CC-AE1162CCA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843CBF-EC6E-CF7A-814E-7D615FDC4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9D4EBA-99E6-634A-52B6-EA384473A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613FE1-0400-24D8-29A8-CFDA3D373A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90A983-799B-D69D-9A8A-6A804D249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97382-ED6C-B9BA-7E2F-7CD1D804E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736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F8D4-079B-472E-073A-436924AA8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6825DB-A3AE-D88A-9C83-D7A16CDEE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26E366-E678-3F62-5FEE-79E1F015DE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8E1C1F7-9B72-1DC8-52F1-FFD5DEA427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077FFF-CCDF-CFF3-EC64-A07EC67782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C56DA0-558E-E08F-BC84-4129880861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D38DFC-5772-995C-DF3F-771DF2C77B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01EABD-F1FB-8D5D-E0ED-34B1C533A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07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BA8FF8-66C1-B41E-3BB3-5D725686F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D32F3CD-4F4B-4A1A-7FC1-815A718B5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91C14E-23CA-8BBD-9CA1-E1FD0941C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D654C-8E80-87BD-8784-B45F1DCFC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446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245804-9788-5A07-063A-AACA93974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B5A11-D9EE-C0E0-1B35-7C48D4150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93AD7-58B5-9E87-734A-CDE05B86B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050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AB575-1656-D72E-4972-AF489287A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BBD0C-A11A-817C-43ED-23A370B1F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CFFDD-CB5F-4826-FCAA-0A3E62C847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35E073-801A-5C28-2CFD-01F3C91CE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4CA776-B289-8DDF-C98C-46761391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D151C-AB43-9F39-0786-FD531D955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87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1D616-FB09-B6ED-41A4-944F13BC0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25461C-DCF9-4754-4BCB-1DC3B59C4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FED70E-0AA7-4072-6348-A787CC706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DF413E-B905-CFAB-555F-781318BDF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EB8A3-30D8-2245-8B57-801905A43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6D52B-6AD5-493B-0CC3-CB5C92395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587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A7295-65D3-F05C-E058-387AF9768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0D5250-671A-9C28-2ABD-19AC86E6DD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359E4-12F7-8F7E-C245-2D043EE3F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64332-EFE2-909C-5437-FB5B32935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EFD550-5459-EDC7-A18A-EA99D553D1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638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13C1A5-08FA-54F9-DE1F-598649748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44940D-A6C8-07A2-A657-F64A0A962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81A28-A88A-4A98-344E-DD32A28DA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3B5C1-3DBB-A913-FF41-E0EEBD7F31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D1324-338D-136F-EBA4-409EF4074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1934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287698-6914-47AE-5D12-156176ABD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61B2-DBBC-BA5E-B612-5E352E612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3EF37-6249-6807-ED9F-CDA6618875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F049E-E0ED-7248-83B0-2ECEEF413943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0D94A6-91E9-53F2-5309-8409EBB142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AB5AE-303B-D9A5-7C4A-F961CFB241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E8FDB-18AD-764D-AEC7-0EECD8A5EF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248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AE710-8558-59F1-2C0F-7DF08C6242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23MAT120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1B55E-B15A-331F-FB32-09ED70C30B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S2 Physics/Mathematics</a:t>
            </a:r>
          </a:p>
        </p:txBody>
      </p:sp>
    </p:spTree>
    <p:extLst>
      <p:ext uri="{BB962C8B-B14F-4D97-AF65-F5344CB8AC3E}">
        <p14:creationId xmlns:p14="http://schemas.microsoft.com/office/powerpoint/2010/main" val="24070351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math equation&#10;&#10;AI-generated content may be incorrect.">
            <a:extLst>
              <a:ext uri="{FF2B5EF4-FFF2-40B4-BE49-F238E27FC236}">
                <a16:creationId xmlns:a16="http://schemas.microsoft.com/office/drawing/2014/main" id="{F3467771-C9F9-D476-9E3E-6B1422FEF9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327" y="643466"/>
            <a:ext cx="10765345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649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94DB0804-46DD-39B9-5FE0-7F8A3A6A02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174917"/>
            <a:ext cx="10905066" cy="2508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76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math equations and formulas&#10;&#10;AI-generated content may be incorrect.">
            <a:extLst>
              <a:ext uri="{FF2B5EF4-FFF2-40B4-BE49-F238E27FC236}">
                <a16:creationId xmlns:a16="http://schemas.microsoft.com/office/drawing/2014/main" id="{DC3247BD-FA22-6A70-E633-6AD694E31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038604"/>
            <a:ext cx="10905066" cy="2780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999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6D16A468-01BD-FCB3-4399-92FC4EC73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635" y="0"/>
            <a:ext cx="10905066" cy="1881125"/>
          </a:xfrm>
          <a:prstGeom prst="rect">
            <a:avLst/>
          </a:prstGeom>
        </p:spPr>
      </p:pic>
      <p:pic>
        <p:nvPicPr>
          <p:cNvPr id="5" name="Picture 4" descr="A diagram of a parabola&#10;&#10;AI-generated content may be incorrect.">
            <a:extLst>
              <a:ext uri="{FF2B5EF4-FFF2-40B4-BE49-F238E27FC236}">
                <a16:creationId xmlns:a16="http://schemas.microsoft.com/office/drawing/2014/main" id="{9559C5DA-9BEC-8705-4CBB-469B1F36C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898" y="2255915"/>
            <a:ext cx="3173950" cy="387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306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a function&#10;&#10;AI-generated content may be incorrect.">
            <a:extLst>
              <a:ext uri="{FF2B5EF4-FFF2-40B4-BE49-F238E27FC236}">
                <a16:creationId xmlns:a16="http://schemas.microsoft.com/office/drawing/2014/main" id="{A612DF32-B365-A49C-C8C6-24ED59EB449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920" b="-658"/>
          <a:stretch>
            <a:fillRect/>
          </a:stretch>
        </p:blipFill>
        <p:spPr>
          <a:xfrm>
            <a:off x="0" y="59855"/>
            <a:ext cx="5740920" cy="5857513"/>
          </a:xfrm>
          <a:prstGeom prst="rect">
            <a:avLst/>
          </a:prstGeom>
        </p:spPr>
      </p:pic>
      <p:pic>
        <p:nvPicPr>
          <p:cNvPr id="5" name="Picture 4" descr="A mathematical equations on a white background&#10;&#10;AI-generated content may be incorrect.">
            <a:extLst>
              <a:ext uri="{FF2B5EF4-FFF2-40B4-BE49-F238E27FC236}">
                <a16:creationId xmlns:a16="http://schemas.microsoft.com/office/drawing/2014/main" id="{7FA82E3F-D377-CFAB-C9BE-22A540A013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1300" y="1266356"/>
            <a:ext cx="3632200" cy="1041400"/>
          </a:xfrm>
          <a:prstGeom prst="rect">
            <a:avLst/>
          </a:prstGeom>
        </p:spPr>
      </p:pic>
      <p:pic>
        <p:nvPicPr>
          <p:cNvPr id="7" name="Picture 6" descr="A math equations with black text&#10;&#10;AI-generated content may be incorrect.">
            <a:extLst>
              <a:ext uri="{FF2B5EF4-FFF2-40B4-BE49-F238E27FC236}">
                <a16:creationId xmlns:a16="http://schemas.microsoft.com/office/drawing/2014/main" id="{8173C5EB-9FEC-7C94-56D3-67F9B52B1B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214142"/>
            <a:ext cx="4622800" cy="1384300"/>
          </a:xfrm>
          <a:prstGeom prst="rect">
            <a:avLst/>
          </a:prstGeom>
        </p:spPr>
      </p:pic>
      <p:pic>
        <p:nvPicPr>
          <p:cNvPr id="9" name="Picture 8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E2209767-8A3E-CAF6-2D59-4874C15461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0672" y="5070944"/>
            <a:ext cx="7327900" cy="10033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F0DEFC-06F7-DD6C-2F31-642C338553EE}"/>
              </a:ext>
            </a:extLst>
          </p:cNvPr>
          <p:cNvSpPr/>
          <p:nvPr/>
        </p:nvSpPr>
        <p:spPr>
          <a:xfrm>
            <a:off x="8958649" y="1149178"/>
            <a:ext cx="1099751" cy="11585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883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607 -0.12777 L 0.16771 -0.16018 C 0.19492 -0.16805 0.197 -0.17129 0.19922 -0.17453 " pathEditMode="relative" ptsTypes="AAA">
                                      <p:cBhvr>
                                        <p:cTn id="14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rectangular object with black text&#10;&#10;AI-generated content may be incorrect.">
            <a:extLst>
              <a:ext uri="{FF2B5EF4-FFF2-40B4-BE49-F238E27FC236}">
                <a16:creationId xmlns:a16="http://schemas.microsoft.com/office/drawing/2014/main" id="{39627BF9-95DF-C9A0-A8CE-500229F7E9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065" t="43683" r="13584" b="22017"/>
          <a:stretch>
            <a:fillRect/>
          </a:stretch>
        </p:blipFill>
        <p:spPr>
          <a:xfrm>
            <a:off x="2173573" y="4377128"/>
            <a:ext cx="8604356" cy="1199214"/>
          </a:xfrm>
          <a:prstGeom prst="rect">
            <a:avLst/>
          </a:prstGeom>
        </p:spPr>
      </p:pic>
      <p:pic>
        <p:nvPicPr>
          <p:cNvPr id="5" name="Picture 4" descr="A math problem with black text&#10;&#10;AI-generated content may be incorrect.">
            <a:extLst>
              <a:ext uri="{FF2B5EF4-FFF2-40B4-BE49-F238E27FC236}">
                <a16:creationId xmlns:a16="http://schemas.microsoft.com/office/drawing/2014/main" id="{E0C6CE0E-13CE-246F-2095-E5F96F158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916" y="625110"/>
            <a:ext cx="11249968" cy="2803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41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598</TotalTime>
  <Words>5</Words>
  <Application>Microsoft Macintosh PowerPoint</Application>
  <PresentationFormat>Widescreen</PresentationFormat>
  <Paragraphs>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23MAT120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Sreedeep C D</dc:creator>
  <cp:lastModifiedBy>Sreedeep C D</cp:lastModifiedBy>
  <cp:revision>3</cp:revision>
  <dcterms:created xsi:type="dcterms:W3CDTF">2026-02-02T03:38:01Z</dcterms:created>
  <dcterms:modified xsi:type="dcterms:W3CDTF">2026-02-03T09:38:10Z</dcterms:modified>
</cp:coreProperties>
</file>