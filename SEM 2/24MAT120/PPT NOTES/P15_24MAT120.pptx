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8" r:id="rId11"/>
    <p:sldId id="269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57"/>
    <p:restoredTop sz="94610"/>
  </p:normalViewPr>
  <p:slideViewPr>
    <p:cSldViewPr snapToGrid="0">
      <p:cViewPr varScale="1">
        <p:scale>
          <a:sx n="96" d="100"/>
          <a:sy n="96" d="100"/>
        </p:scale>
        <p:origin x="8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280C-6444-C5CB-1BD2-0C08ABA4C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59DD5-294C-F2BD-BAFE-2583EC76B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E8348-89D5-9D6C-0C04-994EF418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A188-DBF0-DB32-900F-CFCD2148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4033E-8487-1AD2-6E54-32F5628C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8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A53B-7281-53F7-AEC4-8CE6A35D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4752-2B37-4B79-EB16-F733D649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5F760-45B2-103E-72B1-5E4F7B68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BEFB-BEBA-E831-AA67-B909F8C3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E329C-E58D-D055-5393-FEF63ED5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2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5F15-F758-7664-0ED8-690F0BD7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B96B6-D432-3EFE-9440-5FF3A9619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2695-69C1-29B3-4E19-DD6003FB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B097-2CE3-050B-B267-FB856B71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4DD9E-9894-4383-B133-0C0CAD89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B0E2-C156-DF9E-DD7C-D6877A57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7C07F-246C-7CA8-3453-DE007090A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E7C98-C6A1-C955-5B7E-677F10EC2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DDC0C-69A8-6E50-9C7C-65C62BC0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0AC80-157A-98D9-7935-ACF319E3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7A19E-42BA-8ECF-2F0D-6F14A49B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9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DE52-BDCF-8AA0-63A0-D96496C6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018B7-D0F7-55BC-CF18-9C2298791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25718-06A1-13C3-A494-0890ABF73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E680F-20A5-2B4D-03DB-46CB550B0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618A5-1589-D344-5F25-BFE10F788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C87C6-59E1-CA22-8756-3A8BE7F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A6AD7-ED73-085D-7F93-CA977956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32436-F0B5-3265-6A24-5A28714B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8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143E-FE96-285A-91AA-3D460068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3DC7C-F77D-368F-A7BA-6D80E053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617E4-E2F7-AC14-3391-C67D10FE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FD9A2-450B-5A1D-6242-BBD1768F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28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C40AE-FE8C-FAB8-CBAB-8AFFF484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383A4-49F3-EE1E-82F0-7B54C734E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4DBA6-D570-7A27-4B26-E8FCDE83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2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46F8-1F27-322E-965B-680258385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86530-51CC-8D74-65DB-617188CAC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7FF27-723C-1BF7-F3F7-A0DA08024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58D5E-82D1-2B03-B9C8-E6554B15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3E44E-2754-67E7-66BF-DC13C637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F2136-3E7E-3227-8195-4B66C94E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1B92-AF30-A71C-08FD-3AD2F4D4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00A04-B5E4-211A-829A-E7A7679B9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2B876-1267-CBEC-6D0B-FCD9EE80A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CEAFE-E88D-C23A-1271-088CA79D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E042D-4726-F7D4-16E6-08466ED8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9A372-2A57-A2D6-1E92-89BF4D58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E106-F02C-C651-0DEC-14A381FC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2A326-CABD-3D77-F986-96A43F095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72DE-4161-9551-48F7-4FD86FE6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60441-2631-4A16-53C9-967E1456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03E99-2418-D800-E2AD-EF207541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5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F8439-4AF4-43A0-FCB6-A2E84E35A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6BD78-5995-ACE3-EAD4-7769099A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404DD-7C0B-B3F8-09D5-A2840659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47818-A467-62AC-5C67-8475503E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4A4AF-B996-E51C-0E6B-09F0D309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0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57CAF-99D5-7DC1-BBCD-5ED6C050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D0565-7615-0FFC-9BA2-FD9B38223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2892F-680B-7D2F-E458-872A7FD0E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E3288-6905-034C-8B2C-8087F6989E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94114-5B58-D4E2-BA45-8E65BB7CD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2FF66-2759-3F11-6A68-82538D4B7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BE9CC-383F-E140-A22C-745B4C103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4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C9B8-C1EF-5D55-EBA7-644FAD49C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20C25-306E-C4AE-7640-FF0D78FAFE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66883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E41A-4BE2-C612-0065-ACBC5428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Triple Integrals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E32FC-D986-3806-B041-BF129D549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5716" y="1795625"/>
            <a:ext cx="4064000" cy="419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72588-522F-7D27-7EA2-D1BF6E58A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77" y="2400300"/>
            <a:ext cx="2933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0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11CF-CF00-05C3-0C1D-E86F9665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Physical Meaning</a:t>
            </a:r>
            <a:br>
              <a:rPr lang="en-IN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7BF80-EE52-0BEC-FB6B-6D9E8FFD48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dirty="0"/>
                  <a:t>is density of a solid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IN" dirty="0"/>
                  <a:t>gives Mass of the solid.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dirty="0"/>
                  <a:t>Triple integration adds infinitely many tiny boxes </a:t>
                </a:r>
              </a:p>
              <a:p>
                <a:pPr marL="0" indent="0">
                  <a:buNone/>
                </a:pPr>
                <a:r>
                  <a:rPr lang="en-IN" dirty="0"/>
                  <a:t>to measure total accumulation inside a solid.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dirty="0"/>
                  <a:t>Double integrals cover a floor; triple integrals</a:t>
                </a:r>
              </a:p>
              <a:p>
                <a:pPr marL="0" indent="0">
                  <a:buNone/>
                </a:pPr>
                <a:r>
                  <a:rPr lang="en-IN" dirty="0"/>
                  <a:t> fill the entire room.</a:t>
                </a:r>
              </a:p>
              <a:p>
                <a:endParaRPr lang="ar-AE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7BF80-EE52-0BEC-FB6B-6D9E8FFD4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2558" b="-1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2FFC64-CE2C-6197-12D0-69023774F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008" y="2650628"/>
            <a:ext cx="2662792" cy="326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3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B528-9789-2452-1987-C45EF813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D7AC4-A720-D6BD-458A-F555DEE11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volume of solids </a:t>
            </a:r>
          </a:p>
          <a:p>
            <a:r>
              <a:rPr lang="en-IN" dirty="0"/>
              <a:t>mass of variable-density objects </a:t>
            </a:r>
          </a:p>
          <a:p>
            <a:r>
              <a:rPr lang="en-IN" dirty="0" err="1"/>
              <a:t>center</a:t>
            </a:r>
            <a:r>
              <a:rPr lang="en-IN" dirty="0"/>
              <a:t> of mass </a:t>
            </a:r>
          </a:p>
          <a:p>
            <a:r>
              <a:rPr lang="en-IN" dirty="0"/>
              <a:t>charge distributions </a:t>
            </a:r>
          </a:p>
          <a:p>
            <a:r>
              <a:rPr lang="en-IN" dirty="0"/>
              <a:t>fluid quantities </a:t>
            </a:r>
          </a:p>
          <a:p>
            <a:r>
              <a:rPr lang="en-IN" dirty="0"/>
              <a:t>probability in 3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8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0DB53A-764F-B191-68AA-C24BAC0E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97710"/>
            <a:ext cx="10905066" cy="286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8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5BA8-2895-4BE2-B57B-0D8680FE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Finding Limits of Integration in the Order </a:t>
            </a:r>
            <a:br>
              <a:rPr lang="en-IN" dirty="0"/>
            </a:br>
            <a:r>
              <a:rPr lang="en-IN" dirty="0" err="1"/>
              <a:t>dz</a:t>
            </a:r>
            <a:r>
              <a:rPr lang="en-IN" dirty="0"/>
              <a:t> </a:t>
            </a:r>
            <a:r>
              <a:rPr lang="en-IN" dirty="0" err="1"/>
              <a:t>dy</a:t>
            </a:r>
            <a:r>
              <a:rPr lang="en-IN" dirty="0"/>
              <a:t> dx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37959D-8A12-73DC-BB9A-89BA33EED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520" t="33094" r="17792" b="8684"/>
          <a:stretch>
            <a:fillRect/>
          </a:stretch>
        </p:blipFill>
        <p:spPr>
          <a:xfrm>
            <a:off x="1548329" y="1890857"/>
            <a:ext cx="2813808" cy="1245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678CA9-0735-BCA7-7553-11AFF4C419D8}"/>
              </a:ext>
            </a:extLst>
          </p:cNvPr>
          <p:cNvSpPr txBox="1"/>
          <p:nvPr/>
        </p:nvSpPr>
        <p:spPr>
          <a:xfrm>
            <a:off x="518385" y="3903345"/>
            <a:ext cx="636209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Sketch the region D along with its “shadow” R (vertical projection) in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-plane. Label the upper and lower bounding surfaces of D and the upper and lower bounding curves of R.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984B31-CF6E-D243-437A-BF7C3F6F7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87"/>
          <a:stretch>
            <a:fillRect/>
          </a:stretch>
        </p:blipFill>
        <p:spPr>
          <a:xfrm>
            <a:off x="7466275" y="1336222"/>
            <a:ext cx="3887525" cy="447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2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74D52-EE90-AB63-DE5B-8BEE50A9F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79"/>
          <a:stretch>
            <a:fillRect/>
          </a:stretch>
        </p:blipFill>
        <p:spPr>
          <a:xfrm>
            <a:off x="762000" y="420913"/>
            <a:ext cx="10210800" cy="623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9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40916-FF92-71D4-19D9-B489220C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72" y="221343"/>
            <a:ext cx="9524855" cy="641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4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C5E2E-6533-800E-B6AC-92B9CF39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5"/>
          <a:stretch>
            <a:fillRect/>
          </a:stretch>
        </p:blipFill>
        <p:spPr>
          <a:xfrm>
            <a:off x="1499016" y="1707505"/>
            <a:ext cx="9929596" cy="24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9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B26F0-7AD1-9CC7-7E52-C0C4A4FFF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508" y="794479"/>
            <a:ext cx="10604292" cy="5382484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Use a triple integral to find the volume of the solid within the cylinder x</a:t>
            </a:r>
            <a:r>
              <a:rPr lang="en-IN" sz="3200" baseline="30000" dirty="0"/>
              <a:t>2</a:t>
            </a:r>
            <a:r>
              <a:rPr lang="en-IN" sz="3200" dirty="0"/>
              <a:t> + y</a:t>
            </a:r>
            <a:r>
              <a:rPr lang="en-IN" sz="3200" baseline="30000" dirty="0"/>
              <a:t>2</a:t>
            </a:r>
            <a:r>
              <a:rPr lang="en-IN" sz="3200" dirty="0"/>
              <a:t> = 9 and between the planes z = 1 and x + z = 5.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8154F-CBCF-B52B-333D-34929E8FB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44" y="2689693"/>
            <a:ext cx="3317125" cy="3373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A058D5-6D32-168F-4B8E-C886465BE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363" y="3429000"/>
            <a:ext cx="30734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0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2F87AE-96B2-2497-4E35-057CAA7A5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77" y="643467"/>
            <a:ext cx="905864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2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C7CE2-1431-100E-E488-D1647E5CE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66309"/>
            <a:ext cx="10905066" cy="256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1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3C5FD-64CD-40F5-C3AA-CE5EC8A4C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84" y="595085"/>
            <a:ext cx="7082018" cy="597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0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6C1A2-6480-3E5E-CFC0-D54018CD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33" y="643466"/>
            <a:ext cx="877333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78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160</Words>
  <Application>Microsoft Macintosh PowerPoint</Application>
  <PresentationFormat>Widescreen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Times New Roman</vt:lpstr>
      <vt:lpstr>Office Theme</vt:lpstr>
      <vt:lpstr>24MAT120</vt:lpstr>
      <vt:lpstr>Triple Integrals</vt:lpstr>
      <vt:lpstr>Physical Meaning </vt:lpstr>
      <vt:lpstr>Applications</vt:lpstr>
      <vt:lpstr>PowerPoint Presentation</vt:lpstr>
      <vt:lpstr>Finding Limits of Integration in the Order  dz dy dx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3</cp:revision>
  <dcterms:created xsi:type="dcterms:W3CDTF">2026-04-30T09:36:55Z</dcterms:created>
  <dcterms:modified xsi:type="dcterms:W3CDTF">2026-05-05T03:13:05Z</dcterms:modified>
</cp:coreProperties>
</file>