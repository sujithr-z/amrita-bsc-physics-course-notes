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8"/>
    <p:restoredTop sz="94628"/>
  </p:normalViewPr>
  <p:slideViewPr>
    <p:cSldViewPr snapToGrid="0">
      <p:cViewPr varScale="1">
        <p:scale>
          <a:sx n="96" d="100"/>
          <a:sy n="96" d="100"/>
        </p:scale>
        <p:origin x="1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DFB7-C5AE-159B-71F4-8617ACBA6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D6F4E-79C2-42C0-B5CB-89A3F122F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1AA87-4306-B798-DFA5-DE524EA9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C459-0B00-3F44-AC50-EF72472CC09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3EF11-8695-A1F7-4BDE-72A1249E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B99B-977F-0A16-5F20-C3147907B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2748-22A7-5143-8B44-2A407A98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08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940D-A2B5-4D76-92F1-CE30C6B8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865CD-D23B-C423-4D78-E8AC41DE2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140D0-689B-C21E-374C-98BF9366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C459-0B00-3F44-AC50-EF72472CC09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CF30E-A6C5-EA11-3488-8F44EF2D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CDBE6-C209-37BD-16FE-90B3DD08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2748-22A7-5143-8B44-2A407A98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6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32670-E577-A1B2-B89F-F1935B3C4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98000-3686-0273-C378-9E070FD68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D7A35-09B4-0072-D37A-9E16E32FB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C459-0B00-3F44-AC50-EF72472CC09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76858-2AC9-A2EC-73ED-2D6638DF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84B43-3A0B-DD86-AE81-1C141733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2748-22A7-5143-8B44-2A407A98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23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97838-8D69-3611-67E8-DCB580BEC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EA3A-259B-FB32-7473-FF751F66A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41212-25E7-EBA9-E58A-BD2C4F77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A038D-D0B2-B77D-672C-017B7FD7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C459-0B00-3F44-AC50-EF72472CC09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AAEDF-A1DF-6909-5E1A-66FBFE26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0981F-B2C5-C3A0-556D-D1B95A23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2748-22A7-5143-8B44-2A407A98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1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37FA0-05E6-61D6-3BF2-DA356379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06481-BFE0-FD6C-A36F-6969E2901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F3CD4-EC56-61AE-47AB-21AE1DE76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87A53-9B6C-7EBA-4084-E642F9259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34BA8-C8F7-4884-4750-43FBC8BAB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FFF3F-D036-7CD4-D2AC-CFED10C17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C459-0B00-3F44-AC50-EF72472CC09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148182-B23E-BF95-A60A-D91076DA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F1A05E-E561-C2D7-D762-F3C4180E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2748-22A7-5143-8B44-2A407A98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3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98966-4E83-EAB2-2514-8A32AF2F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75384-E297-A164-BF00-8080C063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C459-0B00-3F44-AC50-EF72472CC09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9D31A-7651-7FF8-D36B-6FA7A7CB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45E7F-9B95-6B49-40B5-C506C3A0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2748-22A7-5143-8B44-2A407A98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0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C3EE0-5CDF-098D-8BA3-1C08951F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C459-0B00-3F44-AC50-EF72472CC09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0FFC9A-C344-C9C0-C1A3-7F8DF8B0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D9646-BA58-4D12-1E7B-F79C4A74D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2748-22A7-5143-8B44-2A407A98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24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4701-E771-B901-B6DA-A31A679E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12C92-7B7A-F8EA-7587-5C5E1AF9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C90F7-C7B7-ABAE-B8D2-56D1833CE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00D4B-F653-2D09-F7D9-2298DA1E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C459-0B00-3F44-AC50-EF72472CC09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947CF-7186-2984-A23B-E6690E7A8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E90F4-7FEC-1FAD-72E5-F0D4024C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2748-22A7-5143-8B44-2A407A98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5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A8BE-7FDD-21E5-610C-F3CCBB756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DAF2C2-6F5F-A980-FECE-20B232515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E4B8E-5295-85B0-3962-4763FF9BF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9D3AD-3A16-B4C5-DCC4-088D5FA56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C459-0B00-3F44-AC50-EF72472CC09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75372-CAA8-7BE9-2391-19B6455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07AD-79AB-9DF6-1634-02AAB46A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2748-22A7-5143-8B44-2A407A98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1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D023-B99E-9E6F-241F-40E7DA814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808A6-D92F-FB2F-7D08-7128FD563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767AA-CD10-43B5-3A3F-8CFDC326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C459-0B00-3F44-AC50-EF72472CC09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80311-294F-1760-E3F7-623BD3743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129C6-EEC6-EF5B-BDFA-797924B2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2748-22A7-5143-8B44-2A407A98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01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12964B-B758-E308-1720-606E5B0861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ADB8AD-03BE-F390-C48B-EBDDC2B1D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78BED-44B7-87C5-0638-B12CA7C1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C459-0B00-3F44-AC50-EF72472CC09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334EF-A448-7AEA-51C6-46FB40984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39C2D-1ED4-0C66-14FA-9ACE1D7D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2748-22A7-5143-8B44-2A407A98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38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AAB50-6963-F848-FD87-FF4341045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8D481-B0E6-9F44-251C-6AD83DFE1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DA1AE-C0D7-A36A-2151-DD4BDCC78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13C459-0B00-3F44-AC50-EF72472CC09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C07AB-F319-E179-2406-3EE4BB26A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048F1-6779-3820-D954-F710037EA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12748-22A7-5143-8B44-2A407A9826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3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D2D7-06AC-8B00-D758-7187287923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8D6E9-AACB-DB46-9F1E-FEFD48C74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 &amp; M</a:t>
            </a:r>
          </a:p>
        </p:txBody>
      </p:sp>
    </p:spTree>
    <p:extLst>
      <p:ext uri="{BB962C8B-B14F-4D97-AF65-F5344CB8AC3E}">
        <p14:creationId xmlns:p14="http://schemas.microsoft.com/office/powerpoint/2010/main" val="213691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501B1-1E62-D428-5DDD-FE703ABAA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11" y="1149178"/>
            <a:ext cx="10785389" cy="5027785"/>
          </a:xfrm>
        </p:spPr>
        <p:txBody>
          <a:bodyPr>
            <a:normAutofit/>
          </a:bodyPr>
          <a:lstStyle/>
          <a:p>
            <a:r>
              <a:rPr lang="en-IN" dirty="0"/>
              <a:t>In single variable functions , we found that if a function y= </a:t>
            </a:r>
            <a:r>
              <a:rPr lang="en-IN" dirty="0" err="1"/>
              <a:t>ƒ</a:t>
            </a:r>
            <a:r>
              <a:rPr lang="en-IN" dirty="0"/>
              <a:t>(x) is differentiable at x = x0, then the change ∆y resulting in the change of x from x0 to x0 + ∆x is close to the change ∆L along the tangent line (or linear approximation L of the function </a:t>
            </a:r>
            <a:r>
              <a:rPr lang="en-IN" dirty="0" err="1"/>
              <a:t>ƒ</a:t>
            </a:r>
            <a:r>
              <a:rPr lang="en-IN" dirty="0"/>
              <a:t> at x0).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extension of this result is what we use to define differentiability for functions of two variables.</a:t>
            </a:r>
          </a:p>
          <a:p>
            <a:endParaRPr lang="en-US"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E857CA8-8E0C-25E7-0D8F-5589A3541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291" y="3004633"/>
            <a:ext cx="5281005" cy="84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6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7DCED7E4-29A5-77E1-16C3-4D50013D1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02290"/>
            <a:ext cx="10905066" cy="305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5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text with black and white text&#10;&#10;AI-generated content may be incorrect.">
            <a:extLst>
              <a:ext uri="{FF2B5EF4-FFF2-40B4-BE49-F238E27FC236}">
                <a16:creationId xmlns:a16="http://schemas.microsoft.com/office/drawing/2014/main" id="{EB03F234-FF76-51A8-D0E4-01F49E867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16254"/>
            <a:ext cx="10905066" cy="482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73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sign&#10;&#10;AI-generated content may be incorrect.">
            <a:extLst>
              <a:ext uri="{FF2B5EF4-FFF2-40B4-BE49-F238E27FC236}">
                <a16:creationId xmlns:a16="http://schemas.microsoft.com/office/drawing/2014/main" id="{D4FACA1D-7CE9-DC48-0395-C85FDB673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338493"/>
            <a:ext cx="10905066" cy="218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0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sign&#10;&#10;AI-generated content may be incorrect.">
            <a:extLst>
              <a:ext uri="{FF2B5EF4-FFF2-40B4-BE49-F238E27FC236}">
                <a16:creationId xmlns:a16="http://schemas.microsoft.com/office/drawing/2014/main" id="{DE8897D1-7876-5FD6-E8FE-8D7EB9661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665646"/>
            <a:ext cx="10905066" cy="152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74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88</Words>
  <Application>Microsoft Macintosh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24MAT120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1</cp:revision>
  <dcterms:created xsi:type="dcterms:W3CDTF">2026-02-27T03:40:08Z</dcterms:created>
  <dcterms:modified xsi:type="dcterms:W3CDTF">2026-02-27T05:53:09Z</dcterms:modified>
</cp:coreProperties>
</file>